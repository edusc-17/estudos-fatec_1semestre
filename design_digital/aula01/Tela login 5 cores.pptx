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DEDE"/>
    <a:srgbClr val="909580"/>
    <a:srgbClr val="545643"/>
    <a:srgbClr val="80727B"/>
    <a:srgbClr val="BBAC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p:scale>
          <a:sx n="75" d="100"/>
          <a:sy n="75" d="100"/>
        </p:scale>
        <p:origin x="1134" y="2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291C95-916D-4157-9BAB-14077D4DD1AD}" type="datetimeFigureOut">
              <a:rPr lang="en-US" smtClean="0"/>
              <a:t>2/15/2026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584DB7-4F9F-4CFC-80D8-B40A2A123EFD}" type="slidenum">
              <a:rPr lang="en-US" smtClean="0"/>
              <a:t>‹#›</a:t>
            </a:fld>
            <a:endParaRPr lang="en-US"/>
          </a:p>
        </p:txBody>
      </p:sp>
    </p:spTree>
    <p:extLst>
      <p:ext uri="{BB962C8B-B14F-4D97-AF65-F5344CB8AC3E}">
        <p14:creationId xmlns:p14="http://schemas.microsoft.com/office/powerpoint/2010/main" val="305165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584DB7-4F9F-4CFC-80D8-B40A2A123EFD}" type="slidenum">
              <a:rPr lang="en-US" smtClean="0"/>
              <a:t>2</a:t>
            </a:fld>
            <a:endParaRPr lang="en-US"/>
          </a:p>
        </p:txBody>
      </p:sp>
    </p:spTree>
    <p:extLst>
      <p:ext uri="{BB962C8B-B14F-4D97-AF65-F5344CB8AC3E}">
        <p14:creationId xmlns:p14="http://schemas.microsoft.com/office/powerpoint/2010/main" val="8257552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5F958-5C33-648C-B137-FA3E8C79A9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126F42-AE10-64DF-2E4B-E107897FBD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D43636-8EC0-0155-81C0-51A1925191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B88290-E135-6A12-D343-5DB2BB48F2DD}"/>
              </a:ext>
            </a:extLst>
          </p:cNvPr>
          <p:cNvSpPr>
            <a:spLocks noGrp="1"/>
          </p:cNvSpPr>
          <p:nvPr>
            <p:ph type="sldNum" sz="quarter" idx="5"/>
          </p:nvPr>
        </p:nvSpPr>
        <p:spPr/>
        <p:txBody>
          <a:bodyPr/>
          <a:lstStyle/>
          <a:p>
            <a:fld id="{9C584DB7-4F9F-4CFC-80D8-B40A2A123EFD}" type="slidenum">
              <a:rPr lang="en-US" smtClean="0"/>
              <a:t>3</a:t>
            </a:fld>
            <a:endParaRPr lang="en-US"/>
          </a:p>
        </p:txBody>
      </p:sp>
    </p:spTree>
    <p:extLst>
      <p:ext uri="{BB962C8B-B14F-4D97-AF65-F5344CB8AC3E}">
        <p14:creationId xmlns:p14="http://schemas.microsoft.com/office/powerpoint/2010/main" val="2267136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2F1D9-CD3B-132A-7CE5-C301B5DC9A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E59DAF1-1781-A802-A4B3-6584C21391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841DC02-AA9E-8222-6852-28B545F0A739}"/>
              </a:ext>
            </a:extLst>
          </p:cNvPr>
          <p:cNvSpPr>
            <a:spLocks noGrp="1"/>
          </p:cNvSpPr>
          <p:nvPr>
            <p:ph type="dt" sz="half" idx="10"/>
          </p:nvPr>
        </p:nvSpPr>
        <p:spPr/>
        <p:txBody>
          <a:bodyPr/>
          <a:lstStyle/>
          <a:p>
            <a:fld id="{96309B3C-005B-4189-83AE-125803C1C920}" type="datetimeFigureOut">
              <a:rPr lang="en-US" smtClean="0"/>
              <a:t>2/15/2026</a:t>
            </a:fld>
            <a:endParaRPr lang="en-US"/>
          </a:p>
        </p:txBody>
      </p:sp>
      <p:sp>
        <p:nvSpPr>
          <p:cNvPr id="5" name="Footer Placeholder 4">
            <a:extLst>
              <a:ext uri="{FF2B5EF4-FFF2-40B4-BE49-F238E27FC236}">
                <a16:creationId xmlns:a16="http://schemas.microsoft.com/office/drawing/2014/main" id="{7FB52741-3410-F5A9-DB44-6B066D26F4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2A6F46-8734-98E2-AECE-01CE1287F309}"/>
              </a:ext>
            </a:extLst>
          </p:cNvPr>
          <p:cNvSpPr>
            <a:spLocks noGrp="1"/>
          </p:cNvSpPr>
          <p:nvPr>
            <p:ph type="sldNum" sz="quarter" idx="12"/>
          </p:nvPr>
        </p:nvSpPr>
        <p:spPr/>
        <p:txBody>
          <a:bodyPr/>
          <a:lstStyle/>
          <a:p>
            <a:fld id="{881E738F-F122-4C57-8770-A88A8D927BCD}" type="slidenum">
              <a:rPr lang="en-US" smtClean="0"/>
              <a:t>‹#›</a:t>
            </a:fld>
            <a:endParaRPr lang="en-US"/>
          </a:p>
        </p:txBody>
      </p:sp>
    </p:spTree>
    <p:extLst>
      <p:ext uri="{BB962C8B-B14F-4D97-AF65-F5344CB8AC3E}">
        <p14:creationId xmlns:p14="http://schemas.microsoft.com/office/powerpoint/2010/main" val="1996825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E021D-BB4C-0923-0DAC-EFBF6138B2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6A7532-40B2-8D8A-29E9-4C1AF52E16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C7F53D-86D9-0183-26D0-F818BFB04358}"/>
              </a:ext>
            </a:extLst>
          </p:cNvPr>
          <p:cNvSpPr>
            <a:spLocks noGrp="1"/>
          </p:cNvSpPr>
          <p:nvPr>
            <p:ph type="dt" sz="half" idx="10"/>
          </p:nvPr>
        </p:nvSpPr>
        <p:spPr/>
        <p:txBody>
          <a:bodyPr/>
          <a:lstStyle/>
          <a:p>
            <a:fld id="{96309B3C-005B-4189-83AE-125803C1C920}" type="datetimeFigureOut">
              <a:rPr lang="en-US" smtClean="0"/>
              <a:t>2/15/2026</a:t>
            </a:fld>
            <a:endParaRPr lang="en-US"/>
          </a:p>
        </p:txBody>
      </p:sp>
      <p:sp>
        <p:nvSpPr>
          <p:cNvPr id="5" name="Footer Placeholder 4">
            <a:extLst>
              <a:ext uri="{FF2B5EF4-FFF2-40B4-BE49-F238E27FC236}">
                <a16:creationId xmlns:a16="http://schemas.microsoft.com/office/drawing/2014/main" id="{9945DEDF-EA81-96C8-2D76-8440E7683F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33FD29-0C1F-9E8A-CF73-D86E7D3CAB3A}"/>
              </a:ext>
            </a:extLst>
          </p:cNvPr>
          <p:cNvSpPr>
            <a:spLocks noGrp="1"/>
          </p:cNvSpPr>
          <p:nvPr>
            <p:ph type="sldNum" sz="quarter" idx="12"/>
          </p:nvPr>
        </p:nvSpPr>
        <p:spPr/>
        <p:txBody>
          <a:bodyPr/>
          <a:lstStyle/>
          <a:p>
            <a:fld id="{881E738F-F122-4C57-8770-A88A8D927BCD}" type="slidenum">
              <a:rPr lang="en-US" smtClean="0"/>
              <a:t>‹#›</a:t>
            </a:fld>
            <a:endParaRPr lang="en-US"/>
          </a:p>
        </p:txBody>
      </p:sp>
    </p:spTree>
    <p:extLst>
      <p:ext uri="{BB962C8B-B14F-4D97-AF65-F5344CB8AC3E}">
        <p14:creationId xmlns:p14="http://schemas.microsoft.com/office/powerpoint/2010/main" val="2203290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EA6D8-1E0B-A4BA-1725-A500E8039F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EF428A-E488-CDD7-85D9-21778A0D162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E271F6-5ECB-8069-14A3-5B48796C6EF3}"/>
              </a:ext>
            </a:extLst>
          </p:cNvPr>
          <p:cNvSpPr>
            <a:spLocks noGrp="1"/>
          </p:cNvSpPr>
          <p:nvPr>
            <p:ph type="dt" sz="half" idx="10"/>
          </p:nvPr>
        </p:nvSpPr>
        <p:spPr/>
        <p:txBody>
          <a:bodyPr/>
          <a:lstStyle/>
          <a:p>
            <a:fld id="{96309B3C-005B-4189-83AE-125803C1C920}" type="datetimeFigureOut">
              <a:rPr lang="en-US" smtClean="0"/>
              <a:t>2/15/2026</a:t>
            </a:fld>
            <a:endParaRPr lang="en-US"/>
          </a:p>
        </p:txBody>
      </p:sp>
      <p:sp>
        <p:nvSpPr>
          <p:cNvPr id="5" name="Footer Placeholder 4">
            <a:extLst>
              <a:ext uri="{FF2B5EF4-FFF2-40B4-BE49-F238E27FC236}">
                <a16:creationId xmlns:a16="http://schemas.microsoft.com/office/drawing/2014/main" id="{BD2C9D59-0196-5C6D-C482-788C3E9778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8F303A-0480-C2A2-AA5F-E8CF87649A2B}"/>
              </a:ext>
            </a:extLst>
          </p:cNvPr>
          <p:cNvSpPr>
            <a:spLocks noGrp="1"/>
          </p:cNvSpPr>
          <p:nvPr>
            <p:ph type="sldNum" sz="quarter" idx="12"/>
          </p:nvPr>
        </p:nvSpPr>
        <p:spPr/>
        <p:txBody>
          <a:bodyPr/>
          <a:lstStyle/>
          <a:p>
            <a:fld id="{881E738F-F122-4C57-8770-A88A8D927BCD}" type="slidenum">
              <a:rPr lang="en-US" smtClean="0"/>
              <a:t>‹#›</a:t>
            </a:fld>
            <a:endParaRPr lang="en-US"/>
          </a:p>
        </p:txBody>
      </p:sp>
    </p:spTree>
    <p:extLst>
      <p:ext uri="{BB962C8B-B14F-4D97-AF65-F5344CB8AC3E}">
        <p14:creationId xmlns:p14="http://schemas.microsoft.com/office/powerpoint/2010/main" val="2983875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7E46E-1596-97B8-6234-66AC3BC8BA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D1583B-A51D-8781-B694-D70D33C4E2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05D9015-468A-881D-CE17-A4C5929C10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D73ACE-381F-70C4-7460-82CDD9B02EE1}"/>
              </a:ext>
            </a:extLst>
          </p:cNvPr>
          <p:cNvSpPr>
            <a:spLocks noGrp="1"/>
          </p:cNvSpPr>
          <p:nvPr>
            <p:ph type="dt" sz="half" idx="10"/>
          </p:nvPr>
        </p:nvSpPr>
        <p:spPr/>
        <p:txBody>
          <a:bodyPr/>
          <a:lstStyle/>
          <a:p>
            <a:fld id="{96309B3C-005B-4189-83AE-125803C1C920}" type="datetimeFigureOut">
              <a:rPr lang="en-US" smtClean="0"/>
              <a:t>2/15/2026</a:t>
            </a:fld>
            <a:endParaRPr lang="en-US"/>
          </a:p>
        </p:txBody>
      </p:sp>
      <p:sp>
        <p:nvSpPr>
          <p:cNvPr id="6" name="Footer Placeholder 5">
            <a:extLst>
              <a:ext uri="{FF2B5EF4-FFF2-40B4-BE49-F238E27FC236}">
                <a16:creationId xmlns:a16="http://schemas.microsoft.com/office/drawing/2014/main" id="{C0270263-5D20-C99C-D6F6-2D6C0CFC35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E51D6A-3961-66A5-3E1F-8DAFB06D950C}"/>
              </a:ext>
            </a:extLst>
          </p:cNvPr>
          <p:cNvSpPr>
            <a:spLocks noGrp="1"/>
          </p:cNvSpPr>
          <p:nvPr>
            <p:ph type="sldNum" sz="quarter" idx="12"/>
          </p:nvPr>
        </p:nvSpPr>
        <p:spPr/>
        <p:txBody>
          <a:bodyPr/>
          <a:lstStyle/>
          <a:p>
            <a:fld id="{881E738F-F122-4C57-8770-A88A8D927BCD}" type="slidenum">
              <a:rPr lang="en-US" smtClean="0"/>
              <a:t>‹#›</a:t>
            </a:fld>
            <a:endParaRPr lang="en-US"/>
          </a:p>
        </p:txBody>
      </p:sp>
    </p:spTree>
    <p:extLst>
      <p:ext uri="{BB962C8B-B14F-4D97-AF65-F5344CB8AC3E}">
        <p14:creationId xmlns:p14="http://schemas.microsoft.com/office/powerpoint/2010/main" val="3268140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BF9F5-33D0-FD3C-0646-0F562EB13D6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DA716DA-0CA9-7A10-B29C-791343708A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580C2F-FE77-512E-57F9-7903DF9A88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0220FD8-1CDD-FABB-C63E-AA81CBF137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014566-47CA-38A4-DAA0-7F3CC46AF8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DA0C3D-A184-67CA-AE12-C1C6A746F2C5}"/>
              </a:ext>
            </a:extLst>
          </p:cNvPr>
          <p:cNvSpPr>
            <a:spLocks noGrp="1"/>
          </p:cNvSpPr>
          <p:nvPr>
            <p:ph type="dt" sz="half" idx="10"/>
          </p:nvPr>
        </p:nvSpPr>
        <p:spPr/>
        <p:txBody>
          <a:bodyPr/>
          <a:lstStyle/>
          <a:p>
            <a:fld id="{96309B3C-005B-4189-83AE-125803C1C920}" type="datetimeFigureOut">
              <a:rPr lang="en-US" smtClean="0"/>
              <a:t>2/15/2026</a:t>
            </a:fld>
            <a:endParaRPr lang="en-US"/>
          </a:p>
        </p:txBody>
      </p:sp>
      <p:sp>
        <p:nvSpPr>
          <p:cNvPr id="8" name="Footer Placeholder 7">
            <a:extLst>
              <a:ext uri="{FF2B5EF4-FFF2-40B4-BE49-F238E27FC236}">
                <a16:creationId xmlns:a16="http://schemas.microsoft.com/office/drawing/2014/main" id="{854C65C9-3A88-AF72-A0B1-891DA791551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9B384A-7E1B-C7C4-57D8-027D8EAA8EE6}"/>
              </a:ext>
            </a:extLst>
          </p:cNvPr>
          <p:cNvSpPr>
            <a:spLocks noGrp="1"/>
          </p:cNvSpPr>
          <p:nvPr>
            <p:ph type="sldNum" sz="quarter" idx="12"/>
          </p:nvPr>
        </p:nvSpPr>
        <p:spPr/>
        <p:txBody>
          <a:bodyPr/>
          <a:lstStyle/>
          <a:p>
            <a:fld id="{881E738F-F122-4C57-8770-A88A8D927BCD}" type="slidenum">
              <a:rPr lang="en-US" smtClean="0"/>
              <a:t>‹#›</a:t>
            </a:fld>
            <a:endParaRPr lang="en-US"/>
          </a:p>
        </p:txBody>
      </p:sp>
    </p:spTree>
    <p:extLst>
      <p:ext uri="{BB962C8B-B14F-4D97-AF65-F5344CB8AC3E}">
        <p14:creationId xmlns:p14="http://schemas.microsoft.com/office/powerpoint/2010/main" val="120517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4D5B4-F8A5-5354-1B51-C1827D63E1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0B8B9F0-0B1D-05E0-30B6-4BB30832A6D6}"/>
              </a:ext>
            </a:extLst>
          </p:cNvPr>
          <p:cNvSpPr>
            <a:spLocks noGrp="1"/>
          </p:cNvSpPr>
          <p:nvPr>
            <p:ph type="dt" sz="half" idx="10"/>
          </p:nvPr>
        </p:nvSpPr>
        <p:spPr/>
        <p:txBody>
          <a:bodyPr/>
          <a:lstStyle/>
          <a:p>
            <a:fld id="{96309B3C-005B-4189-83AE-125803C1C920}" type="datetimeFigureOut">
              <a:rPr lang="en-US" smtClean="0"/>
              <a:t>2/15/2026</a:t>
            </a:fld>
            <a:endParaRPr lang="en-US"/>
          </a:p>
        </p:txBody>
      </p:sp>
      <p:sp>
        <p:nvSpPr>
          <p:cNvPr id="4" name="Footer Placeholder 3">
            <a:extLst>
              <a:ext uri="{FF2B5EF4-FFF2-40B4-BE49-F238E27FC236}">
                <a16:creationId xmlns:a16="http://schemas.microsoft.com/office/drawing/2014/main" id="{B8A937F4-A7F0-CCAC-EE1D-B5548B3A77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956D3C0-AFCF-214F-AFE5-FD4CFCD593CF}"/>
              </a:ext>
            </a:extLst>
          </p:cNvPr>
          <p:cNvSpPr>
            <a:spLocks noGrp="1"/>
          </p:cNvSpPr>
          <p:nvPr>
            <p:ph type="sldNum" sz="quarter" idx="12"/>
          </p:nvPr>
        </p:nvSpPr>
        <p:spPr/>
        <p:txBody>
          <a:bodyPr/>
          <a:lstStyle/>
          <a:p>
            <a:fld id="{881E738F-F122-4C57-8770-A88A8D927BCD}" type="slidenum">
              <a:rPr lang="en-US" smtClean="0"/>
              <a:t>‹#›</a:t>
            </a:fld>
            <a:endParaRPr lang="en-US"/>
          </a:p>
        </p:txBody>
      </p:sp>
    </p:spTree>
    <p:extLst>
      <p:ext uri="{BB962C8B-B14F-4D97-AF65-F5344CB8AC3E}">
        <p14:creationId xmlns:p14="http://schemas.microsoft.com/office/powerpoint/2010/main" val="3309716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351B97-0155-A976-3396-C14511B16FC3}"/>
              </a:ext>
            </a:extLst>
          </p:cNvPr>
          <p:cNvSpPr>
            <a:spLocks noGrp="1"/>
          </p:cNvSpPr>
          <p:nvPr>
            <p:ph type="dt" sz="half" idx="10"/>
          </p:nvPr>
        </p:nvSpPr>
        <p:spPr/>
        <p:txBody>
          <a:bodyPr/>
          <a:lstStyle/>
          <a:p>
            <a:fld id="{96309B3C-005B-4189-83AE-125803C1C920}" type="datetimeFigureOut">
              <a:rPr lang="en-US" smtClean="0"/>
              <a:t>2/15/2026</a:t>
            </a:fld>
            <a:endParaRPr lang="en-US"/>
          </a:p>
        </p:txBody>
      </p:sp>
      <p:sp>
        <p:nvSpPr>
          <p:cNvPr id="3" name="Footer Placeholder 2">
            <a:extLst>
              <a:ext uri="{FF2B5EF4-FFF2-40B4-BE49-F238E27FC236}">
                <a16:creationId xmlns:a16="http://schemas.microsoft.com/office/drawing/2014/main" id="{2076648B-9B7F-AA13-33F5-170ABA057A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8572720-A8E8-EF87-6B71-FD85D82B2F2C}"/>
              </a:ext>
            </a:extLst>
          </p:cNvPr>
          <p:cNvSpPr>
            <a:spLocks noGrp="1"/>
          </p:cNvSpPr>
          <p:nvPr>
            <p:ph type="sldNum" sz="quarter" idx="12"/>
          </p:nvPr>
        </p:nvSpPr>
        <p:spPr/>
        <p:txBody>
          <a:bodyPr/>
          <a:lstStyle/>
          <a:p>
            <a:fld id="{881E738F-F122-4C57-8770-A88A8D927BCD}" type="slidenum">
              <a:rPr lang="en-US" smtClean="0"/>
              <a:t>‹#›</a:t>
            </a:fld>
            <a:endParaRPr lang="en-US"/>
          </a:p>
        </p:txBody>
      </p:sp>
    </p:spTree>
    <p:extLst>
      <p:ext uri="{BB962C8B-B14F-4D97-AF65-F5344CB8AC3E}">
        <p14:creationId xmlns:p14="http://schemas.microsoft.com/office/powerpoint/2010/main" val="2478055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E719A-A812-9610-CB63-CFF4B5FD49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2CEB97C-2F61-6B16-34F7-89DF2F6002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727476B-A471-293E-0706-2233BB2ABF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DF94C3-A394-83E3-BFFB-CC17E7243694}"/>
              </a:ext>
            </a:extLst>
          </p:cNvPr>
          <p:cNvSpPr>
            <a:spLocks noGrp="1"/>
          </p:cNvSpPr>
          <p:nvPr>
            <p:ph type="dt" sz="half" idx="10"/>
          </p:nvPr>
        </p:nvSpPr>
        <p:spPr/>
        <p:txBody>
          <a:bodyPr/>
          <a:lstStyle/>
          <a:p>
            <a:fld id="{96309B3C-005B-4189-83AE-125803C1C920}" type="datetimeFigureOut">
              <a:rPr lang="en-US" smtClean="0"/>
              <a:t>2/15/2026</a:t>
            </a:fld>
            <a:endParaRPr lang="en-US"/>
          </a:p>
        </p:txBody>
      </p:sp>
      <p:sp>
        <p:nvSpPr>
          <p:cNvPr id="6" name="Footer Placeholder 5">
            <a:extLst>
              <a:ext uri="{FF2B5EF4-FFF2-40B4-BE49-F238E27FC236}">
                <a16:creationId xmlns:a16="http://schemas.microsoft.com/office/drawing/2014/main" id="{2D105E79-C606-9E9F-C559-D21BB721A8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DC4365-CB7A-17C6-CB39-404A3FC8833C}"/>
              </a:ext>
            </a:extLst>
          </p:cNvPr>
          <p:cNvSpPr>
            <a:spLocks noGrp="1"/>
          </p:cNvSpPr>
          <p:nvPr>
            <p:ph type="sldNum" sz="quarter" idx="12"/>
          </p:nvPr>
        </p:nvSpPr>
        <p:spPr/>
        <p:txBody>
          <a:bodyPr/>
          <a:lstStyle/>
          <a:p>
            <a:fld id="{881E738F-F122-4C57-8770-A88A8D927BCD}" type="slidenum">
              <a:rPr lang="en-US" smtClean="0"/>
              <a:t>‹#›</a:t>
            </a:fld>
            <a:endParaRPr lang="en-US"/>
          </a:p>
        </p:txBody>
      </p:sp>
    </p:spTree>
    <p:extLst>
      <p:ext uri="{BB962C8B-B14F-4D97-AF65-F5344CB8AC3E}">
        <p14:creationId xmlns:p14="http://schemas.microsoft.com/office/powerpoint/2010/main" val="578238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E776A-952D-00C3-046C-9342620ECE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E728585-F08B-9BC2-3306-2AB0AD8E86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CE65523-F2EF-B3F5-4C2D-DA9912C791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7A56C9-A35B-39BB-DF9C-2BAEEF6A5AB3}"/>
              </a:ext>
            </a:extLst>
          </p:cNvPr>
          <p:cNvSpPr>
            <a:spLocks noGrp="1"/>
          </p:cNvSpPr>
          <p:nvPr>
            <p:ph type="dt" sz="half" idx="10"/>
          </p:nvPr>
        </p:nvSpPr>
        <p:spPr/>
        <p:txBody>
          <a:bodyPr/>
          <a:lstStyle/>
          <a:p>
            <a:fld id="{96309B3C-005B-4189-83AE-125803C1C920}" type="datetimeFigureOut">
              <a:rPr lang="en-US" smtClean="0"/>
              <a:t>2/15/2026</a:t>
            </a:fld>
            <a:endParaRPr lang="en-US"/>
          </a:p>
        </p:txBody>
      </p:sp>
      <p:sp>
        <p:nvSpPr>
          <p:cNvPr id="6" name="Footer Placeholder 5">
            <a:extLst>
              <a:ext uri="{FF2B5EF4-FFF2-40B4-BE49-F238E27FC236}">
                <a16:creationId xmlns:a16="http://schemas.microsoft.com/office/drawing/2014/main" id="{0895A6D7-752E-D902-3A09-D2278985A8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CB6772-BFE7-804B-3E01-D86351920077}"/>
              </a:ext>
            </a:extLst>
          </p:cNvPr>
          <p:cNvSpPr>
            <a:spLocks noGrp="1"/>
          </p:cNvSpPr>
          <p:nvPr>
            <p:ph type="sldNum" sz="quarter" idx="12"/>
          </p:nvPr>
        </p:nvSpPr>
        <p:spPr/>
        <p:txBody>
          <a:bodyPr/>
          <a:lstStyle/>
          <a:p>
            <a:fld id="{881E738F-F122-4C57-8770-A88A8D927BCD}" type="slidenum">
              <a:rPr lang="en-US" smtClean="0"/>
              <a:t>‹#›</a:t>
            </a:fld>
            <a:endParaRPr lang="en-US"/>
          </a:p>
        </p:txBody>
      </p:sp>
    </p:spTree>
    <p:extLst>
      <p:ext uri="{BB962C8B-B14F-4D97-AF65-F5344CB8AC3E}">
        <p14:creationId xmlns:p14="http://schemas.microsoft.com/office/powerpoint/2010/main" val="8171471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8B995-853A-EE8F-2257-9EAA1E2C3DE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3E8D17-04C1-2DDA-62AE-84B2EDD35C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F2ED47-89BB-C8DD-08A1-814AF5C92D14}"/>
              </a:ext>
            </a:extLst>
          </p:cNvPr>
          <p:cNvSpPr>
            <a:spLocks noGrp="1"/>
          </p:cNvSpPr>
          <p:nvPr>
            <p:ph type="dt" sz="half" idx="10"/>
          </p:nvPr>
        </p:nvSpPr>
        <p:spPr/>
        <p:txBody>
          <a:bodyPr/>
          <a:lstStyle/>
          <a:p>
            <a:fld id="{96309B3C-005B-4189-83AE-125803C1C920}" type="datetimeFigureOut">
              <a:rPr lang="en-US" smtClean="0"/>
              <a:t>2/15/2026</a:t>
            </a:fld>
            <a:endParaRPr lang="en-US"/>
          </a:p>
        </p:txBody>
      </p:sp>
      <p:sp>
        <p:nvSpPr>
          <p:cNvPr id="5" name="Footer Placeholder 4">
            <a:extLst>
              <a:ext uri="{FF2B5EF4-FFF2-40B4-BE49-F238E27FC236}">
                <a16:creationId xmlns:a16="http://schemas.microsoft.com/office/drawing/2014/main" id="{EC7D65B8-B3AE-BF73-5ED7-C768B1F68B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562F5C-E01D-F43C-417A-35123568891B}"/>
              </a:ext>
            </a:extLst>
          </p:cNvPr>
          <p:cNvSpPr>
            <a:spLocks noGrp="1"/>
          </p:cNvSpPr>
          <p:nvPr>
            <p:ph type="sldNum" sz="quarter" idx="12"/>
          </p:nvPr>
        </p:nvSpPr>
        <p:spPr/>
        <p:txBody>
          <a:bodyPr/>
          <a:lstStyle/>
          <a:p>
            <a:fld id="{881E738F-F122-4C57-8770-A88A8D927BCD}" type="slidenum">
              <a:rPr lang="en-US" smtClean="0"/>
              <a:t>‹#›</a:t>
            </a:fld>
            <a:endParaRPr lang="en-US"/>
          </a:p>
        </p:txBody>
      </p:sp>
    </p:spTree>
    <p:extLst>
      <p:ext uri="{BB962C8B-B14F-4D97-AF65-F5344CB8AC3E}">
        <p14:creationId xmlns:p14="http://schemas.microsoft.com/office/powerpoint/2010/main" val="130128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F6C0E5-7491-0483-9CAC-0B728834DE6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A82043-99BB-B831-239C-E99EF58DD2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7D534D-4BC4-39D4-1A33-BB2A96DB4427}"/>
              </a:ext>
            </a:extLst>
          </p:cNvPr>
          <p:cNvSpPr>
            <a:spLocks noGrp="1"/>
          </p:cNvSpPr>
          <p:nvPr>
            <p:ph type="dt" sz="half" idx="10"/>
          </p:nvPr>
        </p:nvSpPr>
        <p:spPr/>
        <p:txBody>
          <a:bodyPr/>
          <a:lstStyle/>
          <a:p>
            <a:fld id="{96309B3C-005B-4189-83AE-125803C1C920}" type="datetimeFigureOut">
              <a:rPr lang="en-US" smtClean="0"/>
              <a:t>2/15/2026</a:t>
            </a:fld>
            <a:endParaRPr lang="en-US"/>
          </a:p>
        </p:txBody>
      </p:sp>
      <p:sp>
        <p:nvSpPr>
          <p:cNvPr id="5" name="Footer Placeholder 4">
            <a:extLst>
              <a:ext uri="{FF2B5EF4-FFF2-40B4-BE49-F238E27FC236}">
                <a16:creationId xmlns:a16="http://schemas.microsoft.com/office/drawing/2014/main" id="{5D790905-192F-8F64-EACC-0679B451CD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1F646B-5289-F1EE-6651-29D8A2407E52}"/>
              </a:ext>
            </a:extLst>
          </p:cNvPr>
          <p:cNvSpPr>
            <a:spLocks noGrp="1"/>
          </p:cNvSpPr>
          <p:nvPr>
            <p:ph type="sldNum" sz="quarter" idx="12"/>
          </p:nvPr>
        </p:nvSpPr>
        <p:spPr/>
        <p:txBody>
          <a:bodyPr/>
          <a:lstStyle/>
          <a:p>
            <a:fld id="{881E738F-F122-4C57-8770-A88A8D927BCD}" type="slidenum">
              <a:rPr lang="en-US" smtClean="0"/>
              <a:t>‹#›</a:t>
            </a:fld>
            <a:endParaRPr lang="en-US"/>
          </a:p>
        </p:txBody>
      </p:sp>
    </p:spTree>
    <p:extLst>
      <p:ext uri="{BB962C8B-B14F-4D97-AF65-F5344CB8AC3E}">
        <p14:creationId xmlns:p14="http://schemas.microsoft.com/office/powerpoint/2010/main" val="2656751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729FAE-4052-C5D1-D4FB-4FB204E10F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48CB5D1-231E-BB38-C331-F9E74E2D13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322435-1655-93F8-4976-4BEF84364C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6309B3C-005B-4189-83AE-125803C1C920}" type="datetimeFigureOut">
              <a:rPr lang="en-US" smtClean="0"/>
              <a:t>2/15/2026</a:t>
            </a:fld>
            <a:endParaRPr lang="en-US"/>
          </a:p>
        </p:txBody>
      </p:sp>
      <p:sp>
        <p:nvSpPr>
          <p:cNvPr id="5" name="Footer Placeholder 4">
            <a:extLst>
              <a:ext uri="{FF2B5EF4-FFF2-40B4-BE49-F238E27FC236}">
                <a16:creationId xmlns:a16="http://schemas.microsoft.com/office/drawing/2014/main" id="{5FA01055-F663-9566-0263-D9D6E266D8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F4E70F8-353E-9740-8706-8EBFE470DC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81E738F-F122-4C57-8770-A88A8D927BCD}" type="slidenum">
              <a:rPr lang="en-US" smtClean="0"/>
              <a:t>‹#›</a:t>
            </a:fld>
            <a:endParaRPr lang="en-US"/>
          </a:p>
        </p:txBody>
      </p:sp>
    </p:spTree>
    <p:extLst>
      <p:ext uri="{BB962C8B-B14F-4D97-AF65-F5344CB8AC3E}">
        <p14:creationId xmlns:p14="http://schemas.microsoft.com/office/powerpoint/2010/main" val="2043254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45643"/>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154983-8A92-D12F-DCD8-0AD69A904057}"/>
              </a:ext>
            </a:extLst>
          </p:cNvPr>
          <p:cNvSpPr>
            <a:spLocks noGrp="1"/>
          </p:cNvSpPr>
          <p:nvPr>
            <p:ph type="title"/>
          </p:nvPr>
        </p:nvSpPr>
        <p:spPr>
          <a:xfrm>
            <a:off x="0" y="0"/>
            <a:ext cx="12192000" cy="2079257"/>
          </a:xfrm>
        </p:spPr>
        <p:txBody>
          <a:bodyPr/>
          <a:lstStyle/>
          <a:p>
            <a:r>
              <a:rPr lang="en-US" u="sng" dirty="0">
                <a:gradFill flip="none" rotWithShape="1">
                  <a:gsLst>
                    <a:gs pos="0">
                      <a:srgbClr val="F1DEDE"/>
                    </a:gs>
                    <a:gs pos="50000">
                      <a:srgbClr val="BBACC1"/>
                    </a:gs>
                    <a:gs pos="100000">
                      <a:srgbClr val="80727B"/>
                    </a:gs>
                  </a:gsLst>
                  <a:lin ang="5400000" scaled="1"/>
                  <a:tileRect/>
                </a:gradFill>
                <a:latin typeface="Bahnschrift Light SemiCondensed" panose="020B0502040204020203" pitchFamily="34" charset="0"/>
              </a:rPr>
              <a:t>Cores </a:t>
            </a:r>
            <a:r>
              <a:rPr lang="en-US" u="sng" dirty="0" err="1">
                <a:gradFill flip="none" rotWithShape="1">
                  <a:gsLst>
                    <a:gs pos="0">
                      <a:srgbClr val="F1DEDE"/>
                    </a:gs>
                    <a:gs pos="50000">
                      <a:srgbClr val="BBACC1"/>
                    </a:gs>
                    <a:gs pos="100000">
                      <a:srgbClr val="80727B"/>
                    </a:gs>
                  </a:gsLst>
                  <a:lin ang="5400000" scaled="1"/>
                  <a:tileRect/>
                </a:gradFill>
                <a:latin typeface="Bahnschrift Light SemiCondensed" panose="020B0502040204020203" pitchFamily="34" charset="0"/>
              </a:rPr>
              <a:t>utilizadas</a:t>
            </a:r>
            <a:endParaRPr lang="en-US" u="sng" dirty="0">
              <a:gradFill flip="none" rotWithShape="1">
                <a:gsLst>
                  <a:gs pos="0">
                    <a:srgbClr val="F1DEDE"/>
                  </a:gs>
                  <a:gs pos="50000">
                    <a:srgbClr val="BBACC1"/>
                  </a:gs>
                  <a:gs pos="100000">
                    <a:srgbClr val="80727B"/>
                  </a:gs>
                </a:gsLst>
                <a:lin ang="5400000" scaled="1"/>
                <a:tileRect/>
              </a:gradFill>
              <a:latin typeface="Bahnschrift Light SemiCondensed" panose="020B0502040204020203" pitchFamily="34" charset="0"/>
            </a:endParaRPr>
          </a:p>
        </p:txBody>
      </p:sp>
      <p:pic>
        <p:nvPicPr>
          <p:cNvPr id="7" name="Content Placeholder 6">
            <a:extLst>
              <a:ext uri="{FF2B5EF4-FFF2-40B4-BE49-F238E27FC236}">
                <a16:creationId xmlns:a16="http://schemas.microsoft.com/office/drawing/2014/main" id="{F05D5A54-C2F4-CE98-E165-BDE4AFAF5E7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71900" y="2079257"/>
            <a:ext cx="8327438" cy="4681906"/>
          </a:xfrm>
          <a:prstGeom prst="rect">
            <a:avLst/>
          </a:prstGeom>
          <a:ln w="76200">
            <a:solidFill>
              <a:srgbClr val="909580"/>
            </a:solidFill>
          </a:ln>
        </p:spPr>
      </p:pic>
      <p:sp>
        <p:nvSpPr>
          <p:cNvPr id="2" name="TextBox 1">
            <a:extLst>
              <a:ext uri="{FF2B5EF4-FFF2-40B4-BE49-F238E27FC236}">
                <a16:creationId xmlns:a16="http://schemas.microsoft.com/office/drawing/2014/main" id="{431543C1-6C35-7F7B-1D52-3566B6D1296C}"/>
              </a:ext>
            </a:extLst>
          </p:cNvPr>
          <p:cNvSpPr txBox="1"/>
          <p:nvPr/>
        </p:nvSpPr>
        <p:spPr>
          <a:xfrm>
            <a:off x="0" y="1956410"/>
            <a:ext cx="3771900" cy="3539430"/>
          </a:xfrm>
          <a:prstGeom prst="rect">
            <a:avLst/>
          </a:prstGeom>
          <a:noFill/>
        </p:spPr>
        <p:txBody>
          <a:bodyPr wrap="square" rtlCol="0">
            <a:spAutoFit/>
          </a:bodyPr>
          <a:lstStyle/>
          <a:p>
            <a:r>
              <a:rPr lang="pt-BR" sz="3200" dirty="0">
                <a:gradFill>
                  <a:gsLst>
                    <a:gs pos="0">
                      <a:srgbClr val="F1DEDE"/>
                    </a:gs>
                    <a:gs pos="50000">
                      <a:srgbClr val="BBACC1"/>
                    </a:gs>
                  </a:gsLst>
                  <a:lin ang="5400000" scaled="1"/>
                </a:gradFill>
                <a:latin typeface="Bahnschrift Light" panose="020B0502040204020203" pitchFamily="34" charset="0"/>
              </a:rPr>
              <a:t>Meu objetivo</a:t>
            </a:r>
            <a:br>
              <a:rPr lang="pt-BR" sz="2400" dirty="0">
                <a:gradFill>
                  <a:gsLst>
                    <a:gs pos="0">
                      <a:srgbClr val="F1DEDE"/>
                    </a:gs>
                    <a:gs pos="50000">
                      <a:srgbClr val="BBACC1"/>
                    </a:gs>
                  </a:gsLst>
                  <a:lin ang="5400000" scaled="1"/>
                </a:gradFill>
                <a:latin typeface="Bahnschrift Light" panose="020B0502040204020203" pitchFamily="34" charset="0"/>
              </a:rPr>
            </a:br>
            <a:br>
              <a:rPr lang="pt-BR" sz="2400" dirty="0">
                <a:gradFill>
                  <a:gsLst>
                    <a:gs pos="0">
                      <a:srgbClr val="F1DEDE"/>
                    </a:gs>
                    <a:gs pos="50000">
                      <a:srgbClr val="BBACC1"/>
                    </a:gs>
                  </a:gsLst>
                  <a:lin ang="5400000" scaled="1"/>
                </a:gradFill>
                <a:latin typeface="Bahnschrift Light" panose="020B0502040204020203" pitchFamily="34" charset="0"/>
              </a:rPr>
            </a:br>
            <a:r>
              <a:rPr lang="pt-BR" sz="2400" dirty="0">
                <a:gradFill>
                  <a:gsLst>
                    <a:gs pos="0">
                      <a:srgbClr val="F1DEDE"/>
                    </a:gs>
                    <a:gs pos="50000">
                      <a:srgbClr val="BBACC1"/>
                    </a:gs>
                  </a:gsLst>
                  <a:lin ang="5400000" scaled="1"/>
                </a:gradFill>
                <a:latin typeface="Bahnschrift Light" panose="020B0502040204020203" pitchFamily="34" charset="0"/>
              </a:rPr>
              <a:t>Tive a ideia de criar uma pagina de login de um site de design de interiores, ainda que algo simples, tentei dar um foco só no uso das cores utilizadas, sem fugir muito disso</a:t>
            </a:r>
            <a:endParaRPr lang="en-US" sz="2400" dirty="0">
              <a:gradFill>
                <a:gsLst>
                  <a:gs pos="0">
                    <a:srgbClr val="F1DEDE"/>
                  </a:gs>
                  <a:gs pos="50000">
                    <a:srgbClr val="BBACC1"/>
                  </a:gs>
                </a:gsLst>
                <a:lin ang="5400000" scaled="1"/>
              </a:gradFill>
              <a:latin typeface="Bahnschrift Light" panose="020B0502040204020203" pitchFamily="34" charset="0"/>
            </a:endParaRPr>
          </a:p>
        </p:txBody>
      </p:sp>
    </p:spTree>
    <p:extLst>
      <p:ext uri="{BB962C8B-B14F-4D97-AF65-F5344CB8AC3E}">
        <p14:creationId xmlns:p14="http://schemas.microsoft.com/office/powerpoint/2010/main" val="2056111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B0DFC4-1B59-B723-E49D-1752947E2F44}"/>
              </a:ext>
            </a:extLst>
          </p:cNvPr>
          <p:cNvSpPr/>
          <p:nvPr/>
        </p:nvSpPr>
        <p:spPr>
          <a:xfrm>
            <a:off x="0" y="193431"/>
            <a:ext cx="12192000" cy="6858000"/>
          </a:xfrm>
          <a:prstGeom prst="rect">
            <a:avLst/>
          </a:prstGeom>
          <a:solidFill>
            <a:srgbClr val="545643"/>
          </a:solidFill>
          <a:ln>
            <a:solidFill>
              <a:srgbClr val="5456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88027A00-9401-EDDA-B53F-C73B750043F6}"/>
              </a:ext>
            </a:extLst>
          </p:cNvPr>
          <p:cNvSpPr/>
          <p:nvPr/>
        </p:nvSpPr>
        <p:spPr>
          <a:xfrm>
            <a:off x="0" y="0"/>
            <a:ext cx="12192000" cy="386862"/>
          </a:xfrm>
          <a:prstGeom prst="rect">
            <a:avLst/>
          </a:prstGeom>
          <a:solidFill>
            <a:srgbClr val="9095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26DDC563-652D-D7B8-EF9F-E7188B213F6A}"/>
              </a:ext>
            </a:extLst>
          </p:cNvPr>
          <p:cNvSpPr/>
          <p:nvPr/>
        </p:nvSpPr>
        <p:spPr>
          <a:xfrm>
            <a:off x="0" y="-4818"/>
            <a:ext cx="12192000" cy="1399864"/>
          </a:xfrm>
          <a:custGeom>
            <a:avLst/>
            <a:gdLst>
              <a:gd name="csX0" fmla="*/ 0 w 12192000"/>
              <a:gd name="csY0" fmla="*/ 273544 h 1641231"/>
              <a:gd name="csX1" fmla="*/ 273544 w 12192000"/>
              <a:gd name="csY1" fmla="*/ 0 h 1641231"/>
              <a:gd name="csX2" fmla="*/ 11918456 w 12192000"/>
              <a:gd name="csY2" fmla="*/ 0 h 1641231"/>
              <a:gd name="csX3" fmla="*/ 12192000 w 12192000"/>
              <a:gd name="csY3" fmla="*/ 273544 h 1641231"/>
              <a:gd name="csX4" fmla="*/ 12192000 w 12192000"/>
              <a:gd name="csY4" fmla="*/ 1367687 h 1641231"/>
              <a:gd name="csX5" fmla="*/ 11918456 w 12192000"/>
              <a:gd name="csY5" fmla="*/ 1641231 h 1641231"/>
              <a:gd name="csX6" fmla="*/ 273544 w 12192000"/>
              <a:gd name="csY6" fmla="*/ 1641231 h 1641231"/>
              <a:gd name="csX7" fmla="*/ 0 w 12192000"/>
              <a:gd name="csY7" fmla="*/ 1367687 h 1641231"/>
              <a:gd name="csX8" fmla="*/ 0 w 12192000"/>
              <a:gd name="csY8" fmla="*/ 273544 h 1641231"/>
              <a:gd name="csX0" fmla="*/ 0 w 12192000"/>
              <a:gd name="csY0" fmla="*/ 273544 h 1641231"/>
              <a:gd name="csX1" fmla="*/ 320436 w 12192000"/>
              <a:gd name="csY1" fmla="*/ 35169 h 1641231"/>
              <a:gd name="csX2" fmla="*/ 11918456 w 12192000"/>
              <a:gd name="csY2" fmla="*/ 0 h 1641231"/>
              <a:gd name="csX3" fmla="*/ 12192000 w 12192000"/>
              <a:gd name="csY3" fmla="*/ 273544 h 1641231"/>
              <a:gd name="csX4" fmla="*/ 12192000 w 12192000"/>
              <a:gd name="csY4" fmla="*/ 1367687 h 1641231"/>
              <a:gd name="csX5" fmla="*/ 11918456 w 12192000"/>
              <a:gd name="csY5" fmla="*/ 1641231 h 1641231"/>
              <a:gd name="csX6" fmla="*/ 273544 w 12192000"/>
              <a:gd name="csY6" fmla="*/ 1641231 h 1641231"/>
              <a:gd name="csX7" fmla="*/ 0 w 12192000"/>
              <a:gd name="csY7" fmla="*/ 1367687 h 1641231"/>
              <a:gd name="csX8" fmla="*/ 0 w 12192000"/>
              <a:gd name="csY8" fmla="*/ 273544 h 1641231"/>
              <a:gd name="csX0" fmla="*/ 0 w 12192000"/>
              <a:gd name="csY0" fmla="*/ 121834 h 1641231"/>
              <a:gd name="csX1" fmla="*/ 320436 w 12192000"/>
              <a:gd name="csY1" fmla="*/ 35169 h 1641231"/>
              <a:gd name="csX2" fmla="*/ 11918456 w 12192000"/>
              <a:gd name="csY2" fmla="*/ 0 h 1641231"/>
              <a:gd name="csX3" fmla="*/ 12192000 w 12192000"/>
              <a:gd name="csY3" fmla="*/ 273544 h 1641231"/>
              <a:gd name="csX4" fmla="*/ 12192000 w 12192000"/>
              <a:gd name="csY4" fmla="*/ 1367687 h 1641231"/>
              <a:gd name="csX5" fmla="*/ 11918456 w 12192000"/>
              <a:gd name="csY5" fmla="*/ 1641231 h 1641231"/>
              <a:gd name="csX6" fmla="*/ 273544 w 12192000"/>
              <a:gd name="csY6" fmla="*/ 1641231 h 1641231"/>
              <a:gd name="csX7" fmla="*/ 0 w 12192000"/>
              <a:gd name="csY7" fmla="*/ 1367687 h 1641231"/>
              <a:gd name="csX8" fmla="*/ 0 w 12192000"/>
              <a:gd name="csY8" fmla="*/ 121834 h 1641231"/>
              <a:gd name="csX0" fmla="*/ 0 w 12227169"/>
              <a:gd name="csY0" fmla="*/ 121834 h 1641231"/>
              <a:gd name="csX1" fmla="*/ 320436 w 12227169"/>
              <a:gd name="csY1" fmla="*/ 35169 h 1641231"/>
              <a:gd name="csX2" fmla="*/ 11918456 w 12227169"/>
              <a:gd name="csY2" fmla="*/ 0 h 1641231"/>
              <a:gd name="csX3" fmla="*/ 12227169 w 12227169"/>
              <a:gd name="csY3" fmla="*/ 163209 h 1641231"/>
              <a:gd name="csX4" fmla="*/ 12192000 w 12227169"/>
              <a:gd name="csY4" fmla="*/ 1367687 h 1641231"/>
              <a:gd name="csX5" fmla="*/ 11918456 w 12227169"/>
              <a:gd name="csY5" fmla="*/ 1641231 h 1641231"/>
              <a:gd name="csX6" fmla="*/ 273544 w 12227169"/>
              <a:gd name="csY6" fmla="*/ 1641231 h 1641231"/>
              <a:gd name="csX7" fmla="*/ 0 w 12227169"/>
              <a:gd name="csY7" fmla="*/ 1367687 h 1641231"/>
              <a:gd name="csX8" fmla="*/ 0 w 12227169"/>
              <a:gd name="csY8" fmla="*/ 121834 h 1641231"/>
              <a:gd name="csX0" fmla="*/ 0 w 12227169"/>
              <a:gd name="csY0" fmla="*/ 121834 h 1641231"/>
              <a:gd name="csX1" fmla="*/ 390774 w 12227169"/>
              <a:gd name="csY1" fmla="*/ 21378 h 1641231"/>
              <a:gd name="csX2" fmla="*/ 11918456 w 12227169"/>
              <a:gd name="csY2" fmla="*/ 0 h 1641231"/>
              <a:gd name="csX3" fmla="*/ 12227169 w 12227169"/>
              <a:gd name="csY3" fmla="*/ 163209 h 1641231"/>
              <a:gd name="csX4" fmla="*/ 12192000 w 12227169"/>
              <a:gd name="csY4" fmla="*/ 1367687 h 1641231"/>
              <a:gd name="csX5" fmla="*/ 11918456 w 12227169"/>
              <a:gd name="csY5" fmla="*/ 1641231 h 1641231"/>
              <a:gd name="csX6" fmla="*/ 273544 w 12227169"/>
              <a:gd name="csY6" fmla="*/ 1641231 h 1641231"/>
              <a:gd name="csX7" fmla="*/ 0 w 12227169"/>
              <a:gd name="csY7" fmla="*/ 1367687 h 1641231"/>
              <a:gd name="csX8" fmla="*/ 0 w 12227169"/>
              <a:gd name="csY8" fmla="*/ 121834 h 1641231"/>
              <a:gd name="csX0" fmla="*/ 0 w 12203723"/>
              <a:gd name="csY0" fmla="*/ 121834 h 1641231"/>
              <a:gd name="csX1" fmla="*/ 390774 w 12203723"/>
              <a:gd name="csY1" fmla="*/ 21378 h 1641231"/>
              <a:gd name="csX2" fmla="*/ 11918456 w 12203723"/>
              <a:gd name="csY2" fmla="*/ 0 h 1641231"/>
              <a:gd name="csX3" fmla="*/ 12203723 w 12203723"/>
              <a:gd name="csY3" fmla="*/ 177001 h 1641231"/>
              <a:gd name="csX4" fmla="*/ 12192000 w 12203723"/>
              <a:gd name="csY4" fmla="*/ 1367687 h 1641231"/>
              <a:gd name="csX5" fmla="*/ 11918456 w 12203723"/>
              <a:gd name="csY5" fmla="*/ 1641231 h 1641231"/>
              <a:gd name="csX6" fmla="*/ 273544 w 12203723"/>
              <a:gd name="csY6" fmla="*/ 1641231 h 1641231"/>
              <a:gd name="csX7" fmla="*/ 0 w 12203723"/>
              <a:gd name="csY7" fmla="*/ 1367687 h 1641231"/>
              <a:gd name="csX8" fmla="*/ 0 w 12203723"/>
              <a:gd name="csY8" fmla="*/ 121834 h 1641231"/>
              <a:gd name="csX0" fmla="*/ 0 w 12192000"/>
              <a:gd name="csY0" fmla="*/ 127502 h 1646899"/>
              <a:gd name="csX1" fmla="*/ 390774 w 12192000"/>
              <a:gd name="csY1" fmla="*/ 27046 h 1646899"/>
              <a:gd name="csX2" fmla="*/ 11918456 w 12192000"/>
              <a:gd name="csY2" fmla="*/ 5668 h 1646899"/>
              <a:gd name="csX3" fmla="*/ 12180277 w 12192000"/>
              <a:gd name="csY3" fmla="*/ 113709 h 1646899"/>
              <a:gd name="csX4" fmla="*/ 12192000 w 12192000"/>
              <a:gd name="csY4" fmla="*/ 1373355 h 1646899"/>
              <a:gd name="csX5" fmla="*/ 11918456 w 12192000"/>
              <a:gd name="csY5" fmla="*/ 1646899 h 1646899"/>
              <a:gd name="csX6" fmla="*/ 273544 w 12192000"/>
              <a:gd name="csY6" fmla="*/ 1646899 h 1646899"/>
              <a:gd name="csX7" fmla="*/ 0 w 12192000"/>
              <a:gd name="csY7" fmla="*/ 1373355 h 1646899"/>
              <a:gd name="csX8" fmla="*/ 0 w 12192000"/>
              <a:gd name="csY8" fmla="*/ 127502 h 1646899"/>
              <a:gd name="csX0" fmla="*/ 11723 w 12192000"/>
              <a:gd name="csY0" fmla="*/ 113711 h 1646899"/>
              <a:gd name="csX1" fmla="*/ 390774 w 12192000"/>
              <a:gd name="csY1" fmla="*/ 27046 h 1646899"/>
              <a:gd name="csX2" fmla="*/ 11918456 w 12192000"/>
              <a:gd name="csY2" fmla="*/ 5668 h 1646899"/>
              <a:gd name="csX3" fmla="*/ 12180277 w 12192000"/>
              <a:gd name="csY3" fmla="*/ 113709 h 1646899"/>
              <a:gd name="csX4" fmla="*/ 12192000 w 12192000"/>
              <a:gd name="csY4" fmla="*/ 1373355 h 1646899"/>
              <a:gd name="csX5" fmla="*/ 11918456 w 12192000"/>
              <a:gd name="csY5" fmla="*/ 1646899 h 1646899"/>
              <a:gd name="csX6" fmla="*/ 273544 w 12192000"/>
              <a:gd name="csY6" fmla="*/ 1646899 h 1646899"/>
              <a:gd name="csX7" fmla="*/ 0 w 12192000"/>
              <a:gd name="csY7" fmla="*/ 1373355 h 1646899"/>
              <a:gd name="csX8" fmla="*/ 11723 w 12192000"/>
              <a:gd name="csY8" fmla="*/ 113711 h 16468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192000" h="1646899">
                <a:moveTo>
                  <a:pt x="11723" y="113711"/>
                </a:moveTo>
                <a:cubicBezTo>
                  <a:pt x="11723" y="-37363"/>
                  <a:pt x="239700" y="27046"/>
                  <a:pt x="390774" y="27046"/>
                </a:cubicBezTo>
                <a:lnTo>
                  <a:pt x="11918456" y="5668"/>
                </a:lnTo>
                <a:cubicBezTo>
                  <a:pt x="12069530" y="5668"/>
                  <a:pt x="12180277" y="-37365"/>
                  <a:pt x="12180277" y="113709"/>
                </a:cubicBezTo>
                <a:lnTo>
                  <a:pt x="12192000" y="1373355"/>
                </a:lnTo>
                <a:cubicBezTo>
                  <a:pt x="12192000" y="1524429"/>
                  <a:pt x="12069530" y="1646899"/>
                  <a:pt x="11918456" y="1646899"/>
                </a:cubicBezTo>
                <a:lnTo>
                  <a:pt x="273544" y="1646899"/>
                </a:lnTo>
                <a:cubicBezTo>
                  <a:pt x="122470" y="1646899"/>
                  <a:pt x="0" y="1524429"/>
                  <a:pt x="0" y="1373355"/>
                </a:cubicBezTo>
                <a:lnTo>
                  <a:pt x="11723" y="113711"/>
                </a:lnTo>
                <a:close/>
              </a:path>
            </a:pathLst>
          </a:custGeom>
          <a:solidFill>
            <a:srgbClr val="909580"/>
          </a:solidFill>
          <a:ln>
            <a:solidFill>
              <a:srgbClr val="9095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8B453CB8-774A-123C-3732-07AFC3D5A9B3}"/>
              </a:ext>
            </a:extLst>
          </p:cNvPr>
          <p:cNvSpPr/>
          <p:nvPr/>
        </p:nvSpPr>
        <p:spPr>
          <a:xfrm>
            <a:off x="10867291" y="920233"/>
            <a:ext cx="949569" cy="386862"/>
          </a:xfrm>
          <a:prstGeom prst="roundRect">
            <a:avLst/>
          </a:prstGeom>
          <a:solidFill>
            <a:srgbClr val="BBACC1"/>
          </a:solidFill>
          <a:ln>
            <a:solidFill>
              <a:srgbClr val="8072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80727B"/>
                </a:solidFill>
              </a:rPr>
              <a:t>Cadastro</a:t>
            </a:r>
            <a:endParaRPr lang="en-US" dirty="0">
              <a:solidFill>
                <a:srgbClr val="80727B"/>
              </a:solidFill>
            </a:endParaRPr>
          </a:p>
        </p:txBody>
      </p:sp>
      <p:sp>
        <p:nvSpPr>
          <p:cNvPr id="8" name="Rectangle: Rounded Corners 7">
            <a:extLst>
              <a:ext uri="{FF2B5EF4-FFF2-40B4-BE49-F238E27FC236}">
                <a16:creationId xmlns:a16="http://schemas.microsoft.com/office/drawing/2014/main" id="{2C5BA75A-8CFF-C706-47B9-6D0893D14402}"/>
              </a:ext>
            </a:extLst>
          </p:cNvPr>
          <p:cNvSpPr/>
          <p:nvPr/>
        </p:nvSpPr>
        <p:spPr>
          <a:xfrm>
            <a:off x="9607061" y="920288"/>
            <a:ext cx="949569" cy="386862"/>
          </a:xfrm>
          <a:prstGeom prst="roundRect">
            <a:avLst/>
          </a:prstGeom>
          <a:solidFill>
            <a:srgbClr val="80727B"/>
          </a:solidFill>
          <a:ln>
            <a:solidFill>
              <a:srgbClr val="8072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1DEDE"/>
                </a:solidFill>
              </a:rPr>
              <a:t>Login</a:t>
            </a:r>
            <a:endParaRPr lang="en-US" dirty="0">
              <a:solidFill>
                <a:srgbClr val="F1DEDE"/>
              </a:solidFill>
            </a:endParaRPr>
          </a:p>
        </p:txBody>
      </p:sp>
      <p:sp>
        <p:nvSpPr>
          <p:cNvPr id="6" name="Rectangle: Top Corners Rounded 5">
            <a:extLst>
              <a:ext uri="{FF2B5EF4-FFF2-40B4-BE49-F238E27FC236}">
                <a16:creationId xmlns:a16="http://schemas.microsoft.com/office/drawing/2014/main" id="{528F2997-7381-6245-E2DC-4DE05737B591}"/>
              </a:ext>
            </a:extLst>
          </p:cNvPr>
          <p:cNvSpPr/>
          <p:nvPr/>
        </p:nvSpPr>
        <p:spPr>
          <a:xfrm rot="10800000">
            <a:off x="9519137" y="1395046"/>
            <a:ext cx="2297723" cy="4994031"/>
          </a:xfrm>
          <a:prstGeom prst="round2SameRect">
            <a:avLst/>
          </a:prstGeom>
          <a:solidFill>
            <a:srgbClr val="909580"/>
          </a:solidFill>
          <a:ln>
            <a:solidFill>
              <a:srgbClr val="9095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4793B6A-2C4E-8D46-4F21-BB0919BD5779}"/>
              </a:ext>
            </a:extLst>
          </p:cNvPr>
          <p:cNvSpPr txBox="1"/>
          <p:nvPr/>
        </p:nvSpPr>
        <p:spPr>
          <a:xfrm>
            <a:off x="9519137" y="1395044"/>
            <a:ext cx="2749066" cy="461665"/>
          </a:xfrm>
          <a:prstGeom prst="rect">
            <a:avLst/>
          </a:prstGeom>
          <a:noFill/>
        </p:spPr>
        <p:txBody>
          <a:bodyPr wrap="square" rtlCol="0">
            <a:spAutoFit/>
          </a:bodyPr>
          <a:lstStyle/>
          <a:p>
            <a:r>
              <a:rPr lang="pt-BR" sz="2400" dirty="0">
                <a:solidFill>
                  <a:srgbClr val="545643"/>
                </a:solidFill>
              </a:rPr>
              <a:t>Olá novamente!</a:t>
            </a:r>
            <a:endParaRPr lang="en-US" sz="2400" dirty="0">
              <a:solidFill>
                <a:srgbClr val="545643"/>
              </a:solidFill>
            </a:endParaRPr>
          </a:p>
        </p:txBody>
      </p:sp>
      <p:sp>
        <p:nvSpPr>
          <p:cNvPr id="16" name="Arrow: Right 15">
            <a:extLst>
              <a:ext uri="{FF2B5EF4-FFF2-40B4-BE49-F238E27FC236}">
                <a16:creationId xmlns:a16="http://schemas.microsoft.com/office/drawing/2014/main" id="{F37582CB-CE0B-0A63-3527-C2EFCAA281B2}"/>
              </a:ext>
            </a:extLst>
          </p:cNvPr>
          <p:cNvSpPr/>
          <p:nvPr/>
        </p:nvSpPr>
        <p:spPr>
          <a:xfrm rot="13790891">
            <a:off x="10342660" y="1148809"/>
            <a:ext cx="386860" cy="386862"/>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D077643-E1AC-52A5-0DAB-FC306C4B0CA8}"/>
              </a:ext>
            </a:extLst>
          </p:cNvPr>
          <p:cNvSpPr txBox="1"/>
          <p:nvPr/>
        </p:nvSpPr>
        <p:spPr>
          <a:xfrm>
            <a:off x="9744808" y="6069568"/>
            <a:ext cx="2297723" cy="307777"/>
          </a:xfrm>
          <a:prstGeom prst="rect">
            <a:avLst/>
          </a:prstGeom>
          <a:noFill/>
        </p:spPr>
        <p:txBody>
          <a:bodyPr wrap="square" rtlCol="0">
            <a:spAutoFit/>
          </a:bodyPr>
          <a:lstStyle/>
          <a:p>
            <a:r>
              <a:rPr lang="pt-BR" sz="1400" u="sng" dirty="0">
                <a:solidFill>
                  <a:srgbClr val="F1DEDE"/>
                </a:solidFill>
              </a:rPr>
              <a:t>Esqueceu sua senha?</a:t>
            </a:r>
            <a:endParaRPr lang="en-US" sz="1400" u="sng" dirty="0">
              <a:solidFill>
                <a:srgbClr val="F1DEDE"/>
              </a:solidFill>
            </a:endParaRPr>
          </a:p>
        </p:txBody>
      </p:sp>
      <p:grpSp>
        <p:nvGrpSpPr>
          <p:cNvPr id="18" name="Group 17">
            <a:extLst>
              <a:ext uri="{FF2B5EF4-FFF2-40B4-BE49-F238E27FC236}">
                <a16:creationId xmlns:a16="http://schemas.microsoft.com/office/drawing/2014/main" id="{8381C5A7-4340-112E-4A95-00581414B72E}"/>
              </a:ext>
            </a:extLst>
          </p:cNvPr>
          <p:cNvGrpSpPr/>
          <p:nvPr/>
        </p:nvGrpSpPr>
        <p:grpSpPr>
          <a:xfrm>
            <a:off x="9607061" y="1912985"/>
            <a:ext cx="1934307" cy="625207"/>
            <a:chOff x="9706707" y="2440597"/>
            <a:chExt cx="1934307" cy="625207"/>
          </a:xfrm>
        </p:grpSpPr>
        <p:sp>
          <p:nvSpPr>
            <p:cNvPr id="19" name="Flowchart: Alternate Process 18">
              <a:extLst>
                <a:ext uri="{FF2B5EF4-FFF2-40B4-BE49-F238E27FC236}">
                  <a16:creationId xmlns:a16="http://schemas.microsoft.com/office/drawing/2014/main" id="{A7603440-FAD3-14D1-DDB0-E2A69567B700}"/>
                </a:ext>
              </a:extLst>
            </p:cNvPr>
            <p:cNvSpPr/>
            <p:nvPr/>
          </p:nvSpPr>
          <p:spPr>
            <a:xfrm>
              <a:off x="9706707" y="2690665"/>
              <a:ext cx="1934307" cy="375139"/>
            </a:xfrm>
            <a:prstGeom prst="flowChartAlternateProcess">
              <a:avLst/>
            </a:prstGeom>
            <a:solidFill>
              <a:srgbClr val="F1DEDE"/>
            </a:solidFill>
            <a:ln>
              <a:solidFill>
                <a:srgbClr val="9095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Top Corners Rounded 19">
              <a:extLst>
                <a:ext uri="{FF2B5EF4-FFF2-40B4-BE49-F238E27FC236}">
                  <a16:creationId xmlns:a16="http://schemas.microsoft.com/office/drawing/2014/main" id="{61D363A5-1E8A-7AB5-7DFC-858D4AA9CFC4}"/>
                </a:ext>
              </a:extLst>
            </p:cNvPr>
            <p:cNvSpPr/>
            <p:nvPr/>
          </p:nvSpPr>
          <p:spPr>
            <a:xfrm>
              <a:off x="9727223" y="2440597"/>
              <a:ext cx="888021" cy="314945"/>
            </a:xfrm>
            <a:prstGeom prst="round2SameRect">
              <a:avLst/>
            </a:prstGeom>
            <a:solidFill>
              <a:srgbClr val="F1DEDE"/>
            </a:solidFill>
            <a:ln>
              <a:solidFill>
                <a:srgbClr val="F1DE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1" name="Group 20">
            <a:extLst>
              <a:ext uri="{FF2B5EF4-FFF2-40B4-BE49-F238E27FC236}">
                <a16:creationId xmlns:a16="http://schemas.microsoft.com/office/drawing/2014/main" id="{15EB92D1-84E5-9E67-E2D2-2A67AB74BA74}"/>
              </a:ext>
            </a:extLst>
          </p:cNvPr>
          <p:cNvGrpSpPr/>
          <p:nvPr/>
        </p:nvGrpSpPr>
        <p:grpSpPr>
          <a:xfrm>
            <a:off x="9627577" y="2762807"/>
            <a:ext cx="1934307" cy="666193"/>
            <a:chOff x="9706707" y="3159297"/>
            <a:chExt cx="1934307" cy="666193"/>
          </a:xfrm>
        </p:grpSpPr>
        <p:sp>
          <p:nvSpPr>
            <p:cNvPr id="22" name="Flowchart: Alternate Process 21">
              <a:extLst>
                <a:ext uri="{FF2B5EF4-FFF2-40B4-BE49-F238E27FC236}">
                  <a16:creationId xmlns:a16="http://schemas.microsoft.com/office/drawing/2014/main" id="{F1631CF3-54FB-828B-53F1-20B68A9FBDFD}"/>
                </a:ext>
              </a:extLst>
            </p:cNvPr>
            <p:cNvSpPr/>
            <p:nvPr/>
          </p:nvSpPr>
          <p:spPr>
            <a:xfrm>
              <a:off x="9706707" y="3450351"/>
              <a:ext cx="1934307" cy="375139"/>
            </a:xfrm>
            <a:prstGeom prst="flowChartAlternateProcess">
              <a:avLst/>
            </a:prstGeom>
            <a:solidFill>
              <a:srgbClr val="F1DEDE"/>
            </a:solidFill>
            <a:ln>
              <a:solidFill>
                <a:srgbClr val="9095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Top Corners Rounded 22">
              <a:extLst>
                <a:ext uri="{FF2B5EF4-FFF2-40B4-BE49-F238E27FC236}">
                  <a16:creationId xmlns:a16="http://schemas.microsoft.com/office/drawing/2014/main" id="{53E94F41-3A07-1A5C-9B64-0688317E271C}"/>
                </a:ext>
              </a:extLst>
            </p:cNvPr>
            <p:cNvSpPr/>
            <p:nvPr/>
          </p:nvSpPr>
          <p:spPr>
            <a:xfrm>
              <a:off x="9724565" y="3159297"/>
              <a:ext cx="829407" cy="414185"/>
            </a:xfrm>
            <a:prstGeom prst="round2SameRect">
              <a:avLst/>
            </a:prstGeom>
            <a:solidFill>
              <a:srgbClr val="F1DEDE"/>
            </a:solidFill>
            <a:ln>
              <a:solidFill>
                <a:srgbClr val="F1DE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4" name="TextBox 23">
            <a:extLst>
              <a:ext uri="{FF2B5EF4-FFF2-40B4-BE49-F238E27FC236}">
                <a16:creationId xmlns:a16="http://schemas.microsoft.com/office/drawing/2014/main" id="{0C95D28A-5205-D981-9AFC-8AD4C3800C64}"/>
              </a:ext>
            </a:extLst>
          </p:cNvPr>
          <p:cNvSpPr txBox="1"/>
          <p:nvPr/>
        </p:nvSpPr>
        <p:spPr>
          <a:xfrm>
            <a:off x="9665676" y="1860569"/>
            <a:ext cx="849922" cy="369332"/>
          </a:xfrm>
          <a:prstGeom prst="rect">
            <a:avLst/>
          </a:prstGeom>
          <a:noFill/>
        </p:spPr>
        <p:txBody>
          <a:bodyPr wrap="square" rtlCol="0">
            <a:spAutoFit/>
          </a:bodyPr>
          <a:lstStyle/>
          <a:p>
            <a:r>
              <a:rPr lang="pt-BR" dirty="0">
                <a:solidFill>
                  <a:srgbClr val="545643"/>
                </a:solidFill>
              </a:rPr>
              <a:t>Email</a:t>
            </a:r>
            <a:endParaRPr lang="en-US" dirty="0">
              <a:solidFill>
                <a:srgbClr val="545643"/>
              </a:solidFill>
            </a:endParaRPr>
          </a:p>
        </p:txBody>
      </p:sp>
      <p:sp>
        <p:nvSpPr>
          <p:cNvPr id="25" name="TextBox 24">
            <a:extLst>
              <a:ext uri="{FF2B5EF4-FFF2-40B4-BE49-F238E27FC236}">
                <a16:creationId xmlns:a16="http://schemas.microsoft.com/office/drawing/2014/main" id="{0AF79F73-BD7F-5169-4B7A-CC364701A41E}"/>
              </a:ext>
            </a:extLst>
          </p:cNvPr>
          <p:cNvSpPr txBox="1"/>
          <p:nvPr/>
        </p:nvSpPr>
        <p:spPr>
          <a:xfrm>
            <a:off x="9665676" y="2725520"/>
            <a:ext cx="973015" cy="369332"/>
          </a:xfrm>
          <a:prstGeom prst="rect">
            <a:avLst/>
          </a:prstGeom>
          <a:noFill/>
        </p:spPr>
        <p:txBody>
          <a:bodyPr wrap="square" rtlCol="0">
            <a:spAutoFit/>
          </a:bodyPr>
          <a:lstStyle/>
          <a:p>
            <a:r>
              <a:rPr lang="pt-BR" dirty="0">
                <a:solidFill>
                  <a:srgbClr val="545643"/>
                </a:solidFill>
              </a:rPr>
              <a:t>Senha</a:t>
            </a:r>
            <a:endParaRPr lang="en-US" dirty="0">
              <a:solidFill>
                <a:srgbClr val="545643"/>
              </a:solidFill>
            </a:endParaRPr>
          </a:p>
        </p:txBody>
      </p:sp>
      <p:sp>
        <p:nvSpPr>
          <p:cNvPr id="9" name="Rectangle: Rounded Corners 8">
            <a:extLst>
              <a:ext uri="{FF2B5EF4-FFF2-40B4-BE49-F238E27FC236}">
                <a16:creationId xmlns:a16="http://schemas.microsoft.com/office/drawing/2014/main" id="{4823F7B7-58E8-6CD3-D116-8133C6315D89}"/>
              </a:ext>
            </a:extLst>
          </p:cNvPr>
          <p:cNvSpPr/>
          <p:nvPr/>
        </p:nvSpPr>
        <p:spPr>
          <a:xfrm>
            <a:off x="-437189" y="-1082305"/>
            <a:ext cx="3456160" cy="3680361"/>
          </a:xfrm>
          <a:prstGeom prst="round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1439C447-D20B-AA71-0E49-7A7EF8A4FA1B}"/>
              </a:ext>
            </a:extLst>
          </p:cNvPr>
          <p:cNvSpPr/>
          <p:nvPr/>
        </p:nvSpPr>
        <p:spPr>
          <a:xfrm>
            <a:off x="1290891" y="2197041"/>
            <a:ext cx="6444343" cy="4192036"/>
          </a:xfrm>
          <a:prstGeom prst="roundRect">
            <a:avLst/>
          </a:prstGeom>
          <a:blipFill>
            <a:blip r:embed="rId4"/>
            <a:stretch>
              <a:fillRect/>
            </a:stretch>
          </a:blipFill>
          <a:ln w="57150">
            <a:solidFill>
              <a:srgbClr val="9095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Chevron 10">
            <a:extLst>
              <a:ext uri="{FF2B5EF4-FFF2-40B4-BE49-F238E27FC236}">
                <a16:creationId xmlns:a16="http://schemas.microsoft.com/office/drawing/2014/main" id="{71CAF9EB-9E7B-3FA9-DFE1-63E9978D122D}"/>
              </a:ext>
            </a:extLst>
          </p:cNvPr>
          <p:cNvSpPr/>
          <p:nvPr/>
        </p:nvSpPr>
        <p:spPr>
          <a:xfrm>
            <a:off x="8110374" y="3742687"/>
            <a:ext cx="395786" cy="929820"/>
          </a:xfrm>
          <a:prstGeom prst="chevron">
            <a:avLst/>
          </a:prstGeom>
          <a:solidFill>
            <a:srgbClr val="80727B"/>
          </a:solidFill>
          <a:ln>
            <a:solidFill>
              <a:srgbClr val="BBAC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Arrow: Chevron 11">
            <a:extLst>
              <a:ext uri="{FF2B5EF4-FFF2-40B4-BE49-F238E27FC236}">
                <a16:creationId xmlns:a16="http://schemas.microsoft.com/office/drawing/2014/main" id="{2FEA973E-1ACF-045E-E762-3BF70235D49F}"/>
              </a:ext>
            </a:extLst>
          </p:cNvPr>
          <p:cNvSpPr/>
          <p:nvPr/>
        </p:nvSpPr>
        <p:spPr>
          <a:xfrm rot="10800000">
            <a:off x="519965" y="3661705"/>
            <a:ext cx="395786" cy="929820"/>
          </a:xfrm>
          <a:prstGeom prst="chevron">
            <a:avLst/>
          </a:prstGeom>
          <a:solidFill>
            <a:srgbClr val="80727B"/>
          </a:solidFill>
          <a:ln>
            <a:solidFill>
              <a:srgbClr val="BBAC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Rounded Corners 12">
            <a:extLst>
              <a:ext uri="{FF2B5EF4-FFF2-40B4-BE49-F238E27FC236}">
                <a16:creationId xmlns:a16="http://schemas.microsoft.com/office/drawing/2014/main" id="{BC1DF414-3AC8-604E-D88D-ACF3ED82DF12}"/>
              </a:ext>
            </a:extLst>
          </p:cNvPr>
          <p:cNvSpPr/>
          <p:nvPr/>
        </p:nvSpPr>
        <p:spPr>
          <a:xfrm>
            <a:off x="2784486" y="920233"/>
            <a:ext cx="949569" cy="386862"/>
          </a:xfrm>
          <a:prstGeom prst="roundRect">
            <a:avLst/>
          </a:prstGeom>
          <a:solidFill>
            <a:srgbClr val="BBACC1"/>
          </a:solidFill>
          <a:ln>
            <a:solidFill>
              <a:srgbClr val="8072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80727B"/>
                </a:solidFill>
              </a:rPr>
              <a:t>Casa</a:t>
            </a:r>
            <a:endParaRPr lang="en-US" dirty="0">
              <a:solidFill>
                <a:srgbClr val="80727B"/>
              </a:solidFill>
            </a:endParaRPr>
          </a:p>
        </p:txBody>
      </p:sp>
      <p:sp>
        <p:nvSpPr>
          <p:cNvPr id="14" name="Rectangle: Rounded Corners 13">
            <a:extLst>
              <a:ext uri="{FF2B5EF4-FFF2-40B4-BE49-F238E27FC236}">
                <a16:creationId xmlns:a16="http://schemas.microsoft.com/office/drawing/2014/main" id="{FE678871-AD72-79FB-FCD4-B673E5ABEA6F}"/>
              </a:ext>
            </a:extLst>
          </p:cNvPr>
          <p:cNvSpPr/>
          <p:nvPr/>
        </p:nvSpPr>
        <p:spPr>
          <a:xfrm>
            <a:off x="4171244" y="920233"/>
            <a:ext cx="949569" cy="386862"/>
          </a:xfrm>
          <a:prstGeom prst="roundRect">
            <a:avLst/>
          </a:prstGeom>
          <a:solidFill>
            <a:srgbClr val="BBACC1"/>
          </a:solidFill>
          <a:ln>
            <a:solidFill>
              <a:srgbClr val="8072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80727B"/>
                </a:solidFill>
              </a:rPr>
              <a:t>Agendar</a:t>
            </a:r>
            <a:endParaRPr lang="en-US" dirty="0">
              <a:solidFill>
                <a:srgbClr val="80727B"/>
              </a:solidFill>
            </a:endParaRPr>
          </a:p>
        </p:txBody>
      </p:sp>
      <p:sp>
        <p:nvSpPr>
          <p:cNvPr id="26" name="Rectangle: Rounded Corners 25">
            <a:extLst>
              <a:ext uri="{FF2B5EF4-FFF2-40B4-BE49-F238E27FC236}">
                <a16:creationId xmlns:a16="http://schemas.microsoft.com/office/drawing/2014/main" id="{F5832507-4661-D0E1-05B7-6E239AE51CCE}"/>
              </a:ext>
            </a:extLst>
          </p:cNvPr>
          <p:cNvSpPr/>
          <p:nvPr/>
        </p:nvSpPr>
        <p:spPr>
          <a:xfrm>
            <a:off x="5558002" y="920233"/>
            <a:ext cx="949569" cy="386862"/>
          </a:xfrm>
          <a:prstGeom prst="roundRect">
            <a:avLst/>
          </a:prstGeom>
          <a:solidFill>
            <a:srgbClr val="BBACC1"/>
          </a:solidFill>
          <a:ln>
            <a:solidFill>
              <a:srgbClr val="8072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80727B"/>
                </a:solidFill>
              </a:rPr>
              <a:t>Sobre</a:t>
            </a:r>
            <a:endParaRPr lang="en-US" dirty="0">
              <a:solidFill>
                <a:srgbClr val="80727B"/>
              </a:solidFill>
            </a:endParaRPr>
          </a:p>
        </p:txBody>
      </p:sp>
    </p:spTree>
    <p:extLst>
      <p:ext uri="{BB962C8B-B14F-4D97-AF65-F5344CB8AC3E}">
        <p14:creationId xmlns:p14="http://schemas.microsoft.com/office/powerpoint/2010/main" val="3095568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47DEC-D66A-85C0-39E6-D76D0EEE82E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7C771F2-CA0C-A175-7847-52C4918639F4}"/>
              </a:ext>
            </a:extLst>
          </p:cNvPr>
          <p:cNvSpPr/>
          <p:nvPr/>
        </p:nvSpPr>
        <p:spPr>
          <a:xfrm>
            <a:off x="0" y="0"/>
            <a:ext cx="12192000" cy="6858000"/>
          </a:xfrm>
          <a:prstGeom prst="rect">
            <a:avLst/>
          </a:prstGeom>
          <a:solidFill>
            <a:srgbClr val="545643"/>
          </a:solidFill>
          <a:ln>
            <a:solidFill>
              <a:srgbClr val="54564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2B4742E4-B0FB-74C8-3D45-24373A6E5405}"/>
              </a:ext>
            </a:extLst>
          </p:cNvPr>
          <p:cNvSpPr/>
          <p:nvPr/>
        </p:nvSpPr>
        <p:spPr>
          <a:xfrm>
            <a:off x="0" y="0"/>
            <a:ext cx="12192000" cy="386862"/>
          </a:xfrm>
          <a:prstGeom prst="rect">
            <a:avLst/>
          </a:prstGeom>
          <a:solidFill>
            <a:srgbClr val="90958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CDA12E02-8246-9025-91E3-0AF47B40A242}"/>
              </a:ext>
            </a:extLst>
          </p:cNvPr>
          <p:cNvSpPr/>
          <p:nvPr/>
        </p:nvSpPr>
        <p:spPr>
          <a:xfrm>
            <a:off x="0" y="-2317"/>
            <a:ext cx="12192000" cy="1399864"/>
          </a:xfrm>
          <a:custGeom>
            <a:avLst/>
            <a:gdLst>
              <a:gd name="csX0" fmla="*/ 0 w 12192000"/>
              <a:gd name="csY0" fmla="*/ 273544 h 1641231"/>
              <a:gd name="csX1" fmla="*/ 273544 w 12192000"/>
              <a:gd name="csY1" fmla="*/ 0 h 1641231"/>
              <a:gd name="csX2" fmla="*/ 11918456 w 12192000"/>
              <a:gd name="csY2" fmla="*/ 0 h 1641231"/>
              <a:gd name="csX3" fmla="*/ 12192000 w 12192000"/>
              <a:gd name="csY3" fmla="*/ 273544 h 1641231"/>
              <a:gd name="csX4" fmla="*/ 12192000 w 12192000"/>
              <a:gd name="csY4" fmla="*/ 1367687 h 1641231"/>
              <a:gd name="csX5" fmla="*/ 11918456 w 12192000"/>
              <a:gd name="csY5" fmla="*/ 1641231 h 1641231"/>
              <a:gd name="csX6" fmla="*/ 273544 w 12192000"/>
              <a:gd name="csY6" fmla="*/ 1641231 h 1641231"/>
              <a:gd name="csX7" fmla="*/ 0 w 12192000"/>
              <a:gd name="csY7" fmla="*/ 1367687 h 1641231"/>
              <a:gd name="csX8" fmla="*/ 0 w 12192000"/>
              <a:gd name="csY8" fmla="*/ 273544 h 1641231"/>
              <a:gd name="csX0" fmla="*/ 0 w 12192000"/>
              <a:gd name="csY0" fmla="*/ 273544 h 1641231"/>
              <a:gd name="csX1" fmla="*/ 320436 w 12192000"/>
              <a:gd name="csY1" fmla="*/ 35169 h 1641231"/>
              <a:gd name="csX2" fmla="*/ 11918456 w 12192000"/>
              <a:gd name="csY2" fmla="*/ 0 h 1641231"/>
              <a:gd name="csX3" fmla="*/ 12192000 w 12192000"/>
              <a:gd name="csY3" fmla="*/ 273544 h 1641231"/>
              <a:gd name="csX4" fmla="*/ 12192000 w 12192000"/>
              <a:gd name="csY4" fmla="*/ 1367687 h 1641231"/>
              <a:gd name="csX5" fmla="*/ 11918456 w 12192000"/>
              <a:gd name="csY5" fmla="*/ 1641231 h 1641231"/>
              <a:gd name="csX6" fmla="*/ 273544 w 12192000"/>
              <a:gd name="csY6" fmla="*/ 1641231 h 1641231"/>
              <a:gd name="csX7" fmla="*/ 0 w 12192000"/>
              <a:gd name="csY7" fmla="*/ 1367687 h 1641231"/>
              <a:gd name="csX8" fmla="*/ 0 w 12192000"/>
              <a:gd name="csY8" fmla="*/ 273544 h 1641231"/>
              <a:gd name="csX0" fmla="*/ 0 w 12192000"/>
              <a:gd name="csY0" fmla="*/ 121834 h 1641231"/>
              <a:gd name="csX1" fmla="*/ 320436 w 12192000"/>
              <a:gd name="csY1" fmla="*/ 35169 h 1641231"/>
              <a:gd name="csX2" fmla="*/ 11918456 w 12192000"/>
              <a:gd name="csY2" fmla="*/ 0 h 1641231"/>
              <a:gd name="csX3" fmla="*/ 12192000 w 12192000"/>
              <a:gd name="csY3" fmla="*/ 273544 h 1641231"/>
              <a:gd name="csX4" fmla="*/ 12192000 w 12192000"/>
              <a:gd name="csY4" fmla="*/ 1367687 h 1641231"/>
              <a:gd name="csX5" fmla="*/ 11918456 w 12192000"/>
              <a:gd name="csY5" fmla="*/ 1641231 h 1641231"/>
              <a:gd name="csX6" fmla="*/ 273544 w 12192000"/>
              <a:gd name="csY6" fmla="*/ 1641231 h 1641231"/>
              <a:gd name="csX7" fmla="*/ 0 w 12192000"/>
              <a:gd name="csY7" fmla="*/ 1367687 h 1641231"/>
              <a:gd name="csX8" fmla="*/ 0 w 12192000"/>
              <a:gd name="csY8" fmla="*/ 121834 h 1641231"/>
              <a:gd name="csX0" fmla="*/ 0 w 12227169"/>
              <a:gd name="csY0" fmla="*/ 121834 h 1641231"/>
              <a:gd name="csX1" fmla="*/ 320436 w 12227169"/>
              <a:gd name="csY1" fmla="*/ 35169 h 1641231"/>
              <a:gd name="csX2" fmla="*/ 11918456 w 12227169"/>
              <a:gd name="csY2" fmla="*/ 0 h 1641231"/>
              <a:gd name="csX3" fmla="*/ 12227169 w 12227169"/>
              <a:gd name="csY3" fmla="*/ 163209 h 1641231"/>
              <a:gd name="csX4" fmla="*/ 12192000 w 12227169"/>
              <a:gd name="csY4" fmla="*/ 1367687 h 1641231"/>
              <a:gd name="csX5" fmla="*/ 11918456 w 12227169"/>
              <a:gd name="csY5" fmla="*/ 1641231 h 1641231"/>
              <a:gd name="csX6" fmla="*/ 273544 w 12227169"/>
              <a:gd name="csY6" fmla="*/ 1641231 h 1641231"/>
              <a:gd name="csX7" fmla="*/ 0 w 12227169"/>
              <a:gd name="csY7" fmla="*/ 1367687 h 1641231"/>
              <a:gd name="csX8" fmla="*/ 0 w 12227169"/>
              <a:gd name="csY8" fmla="*/ 121834 h 1641231"/>
              <a:gd name="csX0" fmla="*/ 0 w 12227169"/>
              <a:gd name="csY0" fmla="*/ 121834 h 1641231"/>
              <a:gd name="csX1" fmla="*/ 390774 w 12227169"/>
              <a:gd name="csY1" fmla="*/ 21378 h 1641231"/>
              <a:gd name="csX2" fmla="*/ 11918456 w 12227169"/>
              <a:gd name="csY2" fmla="*/ 0 h 1641231"/>
              <a:gd name="csX3" fmla="*/ 12227169 w 12227169"/>
              <a:gd name="csY3" fmla="*/ 163209 h 1641231"/>
              <a:gd name="csX4" fmla="*/ 12192000 w 12227169"/>
              <a:gd name="csY4" fmla="*/ 1367687 h 1641231"/>
              <a:gd name="csX5" fmla="*/ 11918456 w 12227169"/>
              <a:gd name="csY5" fmla="*/ 1641231 h 1641231"/>
              <a:gd name="csX6" fmla="*/ 273544 w 12227169"/>
              <a:gd name="csY6" fmla="*/ 1641231 h 1641231"/>
              <a:gd name="csX7" fmla="*/ 0 w 12227169"/>
              <a:gd name="csY7" fmla="*/ 1367687 h 1641231"/>
              <a:gd name="csX8" fmla="*/ 0 w 12227169"/>
              <a:gd name="csY8" fmla="*/ 121834 h 1641231"/>
              <a:gd name="csX0" fmla="*/ 0 w 12203723"/>
              <a:gd name="csY0" fmla="*/ 121834 h 1641231"/>
              <a:gd name="csX1" fmla="*/ 390774 w 12203723"/>
              <a:gd name="csY1" fmla="*/ 21378 h 1641231"/>
              <a:gd name="csX2" fmla="*/ 11918456 w 12203723"/>
              <a:gd name="csY2" fmla="*/ 0 h 1641231"/>
              <a:gd name="csX3" fmla="*/ 12203723 w 12203723"/>
              <a:gd name="csY3" fmla="*/ 177001 h 1641231"/>
              <a:gd name="csX4" fmla="*/ 12192000 w 12203723"/>
              <a:gd name="csY4" fmla="*/ 1367687 h 1641231"/>
              <a:gd name="csX5" fmla="*/ 11918456 w 12203723"/>
              <a:gd name="csY5" fmla="*/ 1641231 h 1641231"/>
              <a:gd name="csX6" fmla="*/ 273544 w 12203723"/>
              <a:gd name="csY6" fmla="*/ 1641231 h 1641231"/>
              <a:gd name="csX7" fmla="*/ 0 w 12203723"/>
              <a:gd name="csY7" fmla="*/ 1367687 h 1641231"/>
              <a:gd name="csX8" fmla="*/ 0 w 12203723"/>
              <a:gd name="csY8" fmla="*/ 121834 h 1641231"/>
              <a:gd name="csX0" fmla="*/ 0 w 12192000"/>
              <a:gd name="csY0" fmla="*/ 127502 h 1646899"/>
              <a:gd name="csX1" fmla="*/ 390774 w 12192000"/>
              <a:gd name="csY1" fmla="*/ 27046 h 1646899"/>
              <a:gd name="csX2" fmla="*/ 11918456 w 12192000"/>
              <a:gd name="csY2" fmla="*/ 5668 h 1646899"/>
              <a:gd name="csX3" fmla="*/ 12180277 w 12192000"/>
              <a:gd name="csY3" fmla="*/ 113709 h 1646899"/>
              <a:gd name="csX4" fmla="*/ 12192000 w 12192000"/>
              <a:gd name="csY4" fmla="*/ 1373355 h 1646899"/>
              <a:gd name="csX5" fmla="*/ 11918456 w 12192000"/>
              <a:gd name="csY5" fmla="*/ 1646899 h 1646899"/>
              <a:gd name="csX6" fmla="*/ 273544 w 12192000"/>
              <a:gd name="csY6" fmla="*/ 1646899 h 1646899"/>
              <a:gd name="csX7" fmla="*/ 0 w 12192000"/>
              <a:gd name="csY7" fmla="*/ 1373355 h 1646899"/>
              <a:gd name="csX8" fmla="*/ 0 w 12192000"/>
              <a:gd name="csY8" fmla="*/ 127502 h 1646899"/>
              <a:gd name="csX0" fmla="*/ 11723 w 12192000"/>
              <a:gd name="csY0" fmla="*/ 113711 h 1646899"/>
              <a:gd name="csX1" fmla="*/ 390774 w 12192000"/>
              <a:gd name="csY1" fmla="*/ 27046 h 1646899"/>
              <a:gd name="csX2" fmla="*/ 11918456 w 12192000"/>
              <a:gd name="csY2" fmla="*/ 5668 h 1646899"/>
              <a:gd name="csX3" fmla="*/ 12180277 w 12192000"/>
              <a:gd name="csY3" fmla="*/ 113709 h 1646899"/>
              <a:gd name="csX4" fmla="*/ 12192000 w 12192000"/>
              <a:gd name="csY4" fmla="*/ 1373355 h 1646899"/>
              <a:gd name="csX5" fmla="*/ 11918456 w 12192000"/>
              <a:gd name="csY5" fmla="*/ 1646899 h 1646899"/>
              <a:gd name="csX6" fmla="*/ 273544 w 12192000"/>
              <a:gd name="csY6" fmla="*/ 1646899 h 1646899"/>
              <a:gd name="csX7" fmla="*/ 0 w 12192000"/>
              <a:gd name="csY7" fmla="*/ 1373355 h 1646899"/>
              <a:gd name="csX8" fmla="*/ 11723 w 12192000"/>
              <a:gd name="csY8" fmla="*/ 113711 h 16468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192000" h="1646899">
                <a:moveTo>
                  <a:pt x="11723" y="113711"/>
                </a:moveTo>
                <a:cubicBezTo>
                  <a:pt x="11723" y="-37363"/>
                  <a:pt x="239700" y="27046"/>
                  <a:pt x="390774" y="27046"/>
                </a:cubicBezTo>
                <a:lnTo>
                  <a:pt x="11918456" y="5668"/>
                </a:lnTo>
                <a:cubicBezTo>
                  <a:pt x="12069530" y="5668"/>
                  <a:pt x="12180277" y="-37365"/>
                  <a:pt x="12180277" y="113709"/>
                </a:cubicBezTo>
                <a:lnTo>
                  <a:pt x="12192000" y="1373355"/>
                </a:lnTo>
                <a:cubicBezTo>
                  <a:pt x="12192000" y="1524429"/>
                  <a:pt x="12069530" y="1646899"/>
                  <a:pt x="11918456" y="1646899"/>
                </a:cubicBezTo>
                <a:lnTo>
                  <a:pt x="273544" y="1646899"/>
                </a:lnTo>
                <a:cubicBezTo>
                  <a:pt x="122470" y="1646899"/>
                  <a:pt x="0" y="1524429"/>
                  <a:pt x="0" y="1373355"/>
                </a:cubicBezTo>
                <a:lnTo>
                  <a:pt x="11723" y="113711"/>
                </a:lnTo>
                <a:close/>
              </a:path>
            </a:pathLst>
          </a:custGeom>
          <a:solidFill>
            <a:srgbClr val="909580"/>
          </a:solidFill>
          <a:ln>
            <a:solidFill>
              <a:srgbClr val="9095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B0A8C6B5-C16F-712C-17E9-359814EE2E5E}"/>
              </a:ext>
            </a:extLst>
          </p:cNvPr>
          <p:cNvSpPr/>
          <p:nvPr/>
        </p:nvSpPr>
        <p:spPr>
          <a:xfrm>
            <a:off x="10867291" y="920233"/>
            <a:ext cx="949569" cy="386862"/>
          </a:xfrm>
          <a:prstGeom prst="roundRect">
            <a:avLst/>
          </a:prstGeom>
          <a:solidFill>
            <a:srgbClr val="80727B"/>
          </a:solidFill>
          <a:ln>
            <a:solidFill>
              <a:srgbClr val="8072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F1DEDE"/>
                </a:solidFill>
              </a:rPr>
              <a:t>Cadastro</a:t>
            </a:r>
            <a:endParaRPr lang="en-US" dirty="0">
              <a:solidFill>
                <a:srgbClr val="F1DEDE"/>
              </a:solidFill>
            </a:endParaRPr>
          </a:p>
        </p:txBody>
      </p:sp>
      <p:sp>
        <p:nvSpPr>
          <p:cNvPr id="8" name="Rectangle: Rounded Corners 7">
            <a:extLst>
              <a:ext uri="{FF2B5EF4-FFF2-40B4-BE49-F238E27FC236}">
                <a16:creationId xmlns:a16="http://schemas.microsoft.com/office/drawing/2014/main" id="{D79B5823-5E7F-0272-3816-B004E1AAFE96}"/>
              </a:ext>
            </a:extLst>
          </p:cNvPr>
          <p:cNvSpPr/>
          <p:nvPr/>
        </p:nvSpPr>
        <p:spPr>
          <a:xfrm>
            <a:off x="9607061" y="920288"/>
            <a:ext cx="949569" cy="386862"/>
          </a:xfrm>
          <a:prstGeom prst="roundRect">
            <a:avLst/>
          </a:prstGeom>
          <a:solidFill>
            <a:srgbClr val="BBACC1"/>
          </a:solidFill>
          <a:ln>
            <a:solidFill>
              <a:srgbClr val="8072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80727B"/>
                </a:solidFill>
              </a:rPr>
              <a:t>Login</a:t>
            </a:r>
            <a:endParaRPr lang="en-US" dirty="0">
              <a:solidFill>
                <a:srgbClr val="80727B"/>
              </a:solidFill>
            </a:endParaRPr>
          </a:p>
        </p:txBody>
      </p:sp>
      <p:sp>
        <p:nvSpPr>
          <p:cNvPr id="6" name="Rectangle: Top Corners Rounded 5">
            <a:extLst>
              <a:ext uri="{FF2B5EF4-FFF2-40B4-BE49-F238E27FC236}">
                <a16:creationId xmlns:a16="http://schemas.microsoft.com/office/drawing/2014/main" id="{C1DB506F-786D-D258-A2C3-93DD953D9C10}"/>
              </a:ext>
            </a:extLst>
          </p:cNvPr>
          <p:cNvSpPr/>
          <p:nvPr/>
        </p:nvSpPr>
        <p:spPr>
          <a:xfrm rot="10800000">
            <a:off x="9519137" y="1394991"/>
            <a:ext cx="2297723" cy="4994031"/>
          </a:xfrm>
          <a:prstGeom prst="round2SameRect">
            <a:avLst/>
          </a:prstGeom>
          <a:solidFill>
            <a:srgbClr val="909580"/>
          </a:solidFill>
          <a:ln>
            <a:solidFill>
              <a:srgbClr val="9095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4D32573-EFB4-0516-9E38-7726E5B809FE}"/>
              </a:ext>
            </a:extLst>
          </p:cNvPr>
          <p:cNvSpPr txBox="1"/>
          <p:nvPr/>
        </p:nvSpPr>
        <p:spPr>
          <a:xfrm>
            <a:off x="9519124" y="1402048"/>
            <a:ext cx="2297723" cy="461665"/>
          </a:xfrm>
          <a:prstGeom prst="rect">
            <a:avLst/>
          </a:prstGeom>
          <a:noFill/>
        </p:spPr>
        <p:txBody>
          <a:bodyPr wrap="square" rtlCol="0">
            <a:spAutoFit/>
          </a:bodyPr>
          <a:lstStyle/>
          <a:p>
            <a:r>
              <a:rPr lang="pt-BR" sz="2400" dirty="0">
                <a:solidFill>
                  <a:srgbClr val="545643"/>
                </a:solidFill>
              </a:rPr>
              <a:t>Novo por aqui?</a:t>
            </a:r>
            <a:endParaRPr lang="en-US" sz="2400" dirty="0">
              <a:solidFill>
                <a:srgbClr val="545643"/>
              </a:solidFill>
            </a:endParaRPr>
          </a:p>
        </p:txBody>
      </p:sp>
      <p:grpSp>
        <p:nvGrpSpPr>
          <p:cNvPr id="28" name="Group 27">
            <a:extLst>
              <a:ext uri="{FF2B5EF4-FFF2-40B4-BE49-F238E27FC236}">
                <a16:creationId xmlns:a16="http://schemas.microsoft.com/office/drawing/2014/main" id="{90E9C6B6-44B9-406A-2F8C-116292C6764D}"/>
              </a:ext>
            </a:extLst>
          </p:cNvPr>
          <p:cNvGrpSpPr/>
          <p:nvPr/>
        </p:nvGrpSpPr>
        <p:grpSpPr>
          <a:xfrm>
            <a:off x="9607061" y="2052853"/>
            <a:ext cx="1934307" cy="663658"/>
            <a:chOff x="9706707" y="1754309"/>
            <a:chExt cx="1934307" cy="663658"/>
          </a:xfrm>
        </p:grpSpPr>
        <p:sp>
          <p:nvSpPr>
            <p:cNvPr id="5" name="Flowchart: Alternate Process 4">
              <a:extLst>
                <a:ext uri="{FF2B5EF4-FFF2-40B4-BE49-F238E27FC236}">
                  <a16:creationId xmlns:a16="http://schemas.microsoft.com/office/drawing/2014/main" id="{505F6B9B-CF2F-BE43-B742-75CEEDDD21EE}"/>
                </a:ext>
              </a:extLst>
            </p:cNvPr>
            <p:cNvSpPr/>
            <p:nvPr/>
          </p:nvSpPr>
          <p:spPr>
            <a:xfrm>
              <a:off x="9706707" y="2042828"/>
              <a:ext cx="1934307" cy="375139"/>
            </a:xfrm>
            <a:prstGeom prst="flowChartAlternateProcess">
              <a:avLst/>
            </a:prstGeom>
            <a:solidFill>
              <a:srgbClr val="F1DEDE"/>
            </a:solidFill>
            <a:ln>
              <a:solidFill>
                <a:srgbClr val="9095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Top Corners Rounded 20">
              <a:extLst>
                <a:ext uri="{FF2B5EF4-FFF2-40B4-BE49-F238E27FC236}">
                  <a16:creationId xmlns:a16="http://schemas.microsoft.com/office/drawing/2014/main" id="{4D2F45D1-65BC-ADAC-6BDD-0ACB01353137}"/>
                </a:ext>
              </a:extLst>
            </p:cNvPr>
            <p:cNvSpPr/>
            <p:nvPr/>
          </p:nvSpPr>
          <p:spPr>
            <a:xfrm>
              <a:off x="9727224" y="1754309"/>
              <a:ext cx="888021" cy="376395"/>
            </a:xfrm>
            <a:prstGeom prst="round2SameRect">
              <a:avLst/>
            </a:prstGeom>
            <a:solidFill>
              <a:srgbClr val="F1DEDE"/>
            </a:solidFill>
            <a:ln>
              <a:solidFill>
                <a:srgbClr val="F1DE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TextBox 10">
            <a:extLst>
              <a:ext uri="{FF2B5EF4-FFF2-40B4-BE49-F238E27FC236}">
                <a16:creationId xmlns:a16="http://schemas.microsoft.com/office/drawing/2014/main" id="{BF14B6F5-07EA-96B4-3F62-8BDD8C0F62B6}"/>
              </a:ext>
            </a:extLst>
          </p:cNvPr>
          <p:cNvSpPr txBox="1"/>
          <p:nvPr/>
        </p:nvSpPr>
        <p:spPr>
          <a:xfrm>
            <a:off x="9639300" y="2008042"/>
            <a:ext cx="876297" cy="369332"/>
          </a:xfrm>
          <a:prstGeom prst="rect">
            <a:avLst/>
          </a:prstGeom>
          <a:noFill/>
        </p:spPr>
        <p:txBody>
          <a:bodyPr wrap="square" rtlCol="0">
            <a:spAutoFit/>
          </a:bodyPr>
          <a:lstStyle/>
          <a:p>
            <a:r>
              <a:rPr lang="pt-BR" dirty="0">
                <a:solidFill>
                  <a:srgbClr val="545643"/>
                </a:solidFill>
              </a:rPr>
              <a:t>Nome</a:t>
            </a:r>
            <a:endParaRPr lang="en-US" dirty="0">
              <a:solidFill>
                <a:srgbClr val="545643"/>
              </a:solidFill>
            </a:endParaRPr>
          </a:p>
        </p:txBody>
      </p:sp>
      <p:sp>
        <p:nvSpPr>
          <p:cNvPr id="20" name="Arrow: Right 19">
            <a:extLst>
              <a:ext uri="{FF2B5EF4-FFF2-40B4-BE49-F238E27FC236}">
                <a16:creationId xmlns:a16="http://schemas.microsoft.com/office/drawing/2014/main" id="{0DA755DC-AB49-F86A-A8C8-619DA8BB04CC}"/>
              </a:ext>
            </a:extLst>
          </p:cNvPr>
          <p:cNvSpPr/>
          <p:nvPr/>
        </p:nvSpPr>
        <p:spPr>
          <a:xfrm rot="13790891">
            <a:off x="11661519" y="1207523"/>
            <a:ext cx="386860" cy="386862"/>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727A44E9-C64C-506D-53F1-3E514E29F649}"/>
              </a:ext>
            </a:extLst>
          </p:cNvPr>
          <p:cNvGrpSpPr/>
          <p:nvPr/>
        </p:nvGrpSpPr>
        <p:grpSpPr>
          <a:xfrm>
            <a:off x="9607060" y="2924257"/>
            <a:ext cx="1934307" cy="625207"/>
            <a:chOff x="9706707" y="2440597"/>
            <a:chExt cx="1934307" cy="625207"/>
          </a:xfrm>
        </p:grpSpPr>
        <p:sp>
          <p:nvSpPr>
            <p:cNvPr id="9" name="Flowchart: Alternate Process 8">
              <a:extLst>
                <a:ext uri="{FF2B5EF4-FFF2-40B4-BE49-F238E27FC236}">
                  <a16:creationId xmlns:a16="http://schemas.microsoft.com/office/drawing/2014/main" id="{6876A32E-5435-F632-88BA-3E9D347B72B5}"/>
                </a:ext>
              </a:extLst>
            </p:cNvPr>
            <p:cNvSpPr/>
            <p:nvPr/>
          </p:nvSpPr>
          <p:spPr>
            <a:xfrm>
              <a:off x="9706707" y="2690665"/>
              <a:ext cx="1934307" cy="375139"/>
            </a:xfrm>
            <a:prstGeom prst="flowChartAlternateProcess">
              <a:avLst/>
            </a:prstGeom>
            <a:solidFill>
              <a:srgbClr val="F1DEDE"/>
            </a:solidFill>
            <a:ln>
              <a:solidFill>
                <a:srgbClr val="9095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Top Corners Rounded 21">
              <a:extLst>
                <a:ext uri="{FF2B5EF4-FFF2-40B4-BE49-F238E27FC236}">
                  <a16:creationId xmlns:a16="http://schemas.microsoft.com/office/drawing/2014/main" id="{18CB182D-4CDB-0235-F2F7-5E1651500EEF}"/>
                </a:ext>
              </a:extLst>
            </p:cNvPr>
            <p:cNvSpPr/>
            <p:nvPr/>
          </p:nvSpPr>
          <p:spPr>
            <a:xfrm>
              <a:off x="9727223" y="2440597"/>
              <a:ext cx="888021" cy="314945"/>
            </a:xfrm>
            <a:prstGeom prst="round2SameRect">
              <a:avLst/>
            </a:prstGeom>
            <a:solidFill>
              <a:srgbClr val="F1DEDE"/>
            </a:solidFill>
            <a:ln>
              <a:solidFill>
                <a:srgbClr val="F1DE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Flowchart: Alternate Process 9">
            <a:extLst>
              <a:ext uri="{FF2B5EF4-FFF2-40B4-BE49-F238E27FC236}">
                <a16:creationId xmlns:a16="http://schemas.microsoft.com/office/drawing/2014/main" id="{B2E8978C-62D9-7A46-2434-BD91C4C88AFF}"/>
              </a:ext>
            </a:extLst>
          </p:cNvPr>
          <p:cNvSpPr/>
          <p:nvPr/>
        </p:nvSpPr>
        <p:spPr>
          <a:xfrm>
            <a:off x="9627576" y="4065133"/>
            <a:ext cx="1934307" cy="375139"/>
          </a:xfrm>
          <a:prstGeom prst="flowChartAlternateProcess">
            <a:avLst/>
          </a:prstGeom>
          <a:solidFill>
            <a:srgbClr val="F1DEDE"/>
          </a:solidFill>
          <a:ln>
            <a:solidFill>
              <a:srgbClr val="9095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Top Corners Rounded 22">
            <a:extLst>
              <a:ext uri="{FF2B5EF4-FFF2-40B4-BE49-F238E27FC236}">
                <a16:creationId xmlns:a16="http://schemas.microsoft.com/office/drawing/2014/main" id="{4FD55882-7A2E-DD22-CE57-A6067EEC8960}"/>
              </a:ext>
            </a:extLst>
          </p:cNvPr>
          <p:cNvSpPr/>
          <p:nvPr/>
        </p:nvSpPr>
        <p:spPr>
          <a:xfrm>
            <a:off x="9648092" y="3742687"/>
            <a:ext cx="829407" cy="414185"/>
          </a:xfrm>
          <a:prstGeom prst="round2SameRect">
            <a:avLst/>
          </a:prstGeom>
          <a:solidFill>
            <a:srgbClr val="F1DEDE"/>
          </a:solidFill>
          <a:ln>
            <a:solidFill>
              <a:srgbClr val="F1DE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90324999-A82B-A510-1858-B94FD10C0882}"/>
              </a:ext>
            </a:extLst>
          </p:cNvPr>
          <p:cNvSpPr txBox="1"/>
          <p:nvPr/>
        </p:nvSpPr>
        <p:spPr>
          <a:xfrm>
            <a:off x="9665675" y="2871841"/>
            <a:ext cx="849922" cy="369332"/>
          </a:xfrm>
          <a:prstGeom prst="rect">
            <a:avLst/>
          </a:prstGeom>
          <a:noFill/>
        </p:spPr>
        <p:txBody>
          <a:bodyPr wrap="square" rtlCol="0">
            <a:spAutoFit/>
          </a:bodyPr>
          <a:lstStyle/>
          <a:p>
            <a:r>
              <a:rPr lang="pt-BR" dirty="0">
                <a:solidFill>
                  <a:srgbClr val="545643"/>
                </a:solidFill>
              </a:rPr>
              <a:t>Email</a:t>
            </a:r>
            <a:endParaRPr lang="en-US" dirty="0">
              <a:solidFill>
                <a:srgbClr val="545643"/>
              </a:solidFill>
            </a:endParaRPr>
          </a:p>
        </p:txBody>
      </p:sp>
      <p:sp>
        <p:nvSpPr>
          <p:cNvPr id="13" name="TextBox 12">
            <a:extLst>
              <a:ext uri="{FF2B5EF4-FFF2-40B4-BE49-F238E27FC236}">
                <a16:creationId xmlns:a16="http://schemas.microsoft.com/office/drawing/2014/main" id="{B29B872C-50B0-F583-88AF-0B067D88A997}"/>
              </a:ext>
            </a:extLst>
          </p:cNvPr>
          <p:cNvSpPr txBox="1"/>
          <p:nvPr/>
        </p:nvSpPr>
        <p:spPr>
          <a:xfrm>
            <a:off x="9644459" y="3713200"/>
            <a:ext cx="973015" cy="369332"/>
          </a:xfrm>
          <a:prstGeom prst="rect">
            <a:avLst/>
          </a:prstGeom>
          <a:noFill/>
        </p:spPr>
        <p:txBody>
          <a:bodyPr wrap="square" rtlCol="0">
            <a:spAutoFit/>
          </a:bodyPr>
          <a:lstStyle/>
          <a:p>
            <a:r>
              <a:rPr lang="pt-BR" dirty="0">
                <a:solidFill>
                  <a:srgbClr val="545643"/>
                </a:solidFill>
              </a:rPr>
              <a:t>Senha</a:t>
            </a:r>
            <a:endParaRPr lang="en-US" dirty="0">
              <a:solidFill>
                <a:srgbClr val="545643"/>
              </a:solidFill>
            </a:endParaRPr>
          </a:p>
        </p:txBody>
      </p:sp>
      <p:grpSp>
        <p:nvGrpSpPr>
          <p:cNvPr id="29" name="Group 28">
            <a:extLst>
              <a:ext uri="{FF2B5EF4-FFF2-40B4-BE49-F238E27FC236}">
                <a16:creationId xmlns:a16="http://schemas.microsoft.com/office/drawing/2014/main" id="{19E8BF54-38FF-686D-C243-204F723AB191}"/>
              </a:ext>
            </a:extLst>
          </p:cNvPr>
          <p:cNvGrpSpPr/>
          <p:nvPr/>
        </p:nvGrpSpPr>
        <p:grpSpPr>
          <a:xfrm>
            <a:off x="9648092" y="4672507"/>
            <a:ext cx="1938764" cy="681085"/>
            <a:chOff x="9702251" y="5025134"/>
            <a:chExt cx="1938764" cy="681085"/>
          </a:xfrm>
        </p:grpSpPr>
        <p:sp>
          <p:nvSpPr>
            <p:cNvPr id="24" name="Rectangle: Top Corners Rounded 23">
              <a:extLst>
                <a:ext uri="{FF2B5EF4-FFF2-40B4-BE49-F238E27FC236}">
                  <a16:creationId xmlns:a16="http://schemas.microsoft.com/office/drawing/2014/main" id="{EB5BF9F7-67E1-1B47-FFD6-3433F7BFFA65}"/>
                </a:ext>
              </a:extLst>
            </p:cNvPr>
            <p:cNvSpPr/>
            <p:nvPr/>
          </p:nvSpPr>
          <p:spPr>
            <a:xfrm>
              <a:off x="9702251" y="5025134"/>
              <a:ext cx="1724817" cy="375138"/>
            </a:xfrm>
            <a:prstGeom prst="round2SameRect">
              <a:avLst/>
            </a:prstGeom>
            <a:solidFill>
              <a:srgbClr val="F1DEDE"/>
            </a:solidFill>
            <a:ln>
              <a:solidFill>
                <a:srgbClr val="F1DE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lowchart: Alternate Process 24">
              <a:extLst>
                <a:ext uri="{FF2B5EF4-FFF2-40B4-BE49-F238E27FC236}">
                  <a16:creationId xmlns:a16="http://schemas.microsoft.com/office/drawing/2014/main" id="{468950C3-AB5E-B3A4-CBC5-FF15E5D26468}"/>
                </a:ext>
              </a:extLst>
            </p:cNvPr>
            <p:cNvSpPr/>
            <p:nvPr/>
          </p:nvSpPr>
          <p:spPr>
            <a:xfrm>
              <a:off x="9702251" y="5331080"/>
              <a:ext cx="1938764" cy="375139"/>
            </a:xfrm>
            <a:prstGeom prst="flowChartAlternateProcess">
              <a:avLst/>
            </a:prstGeom>
            <a:solidFill>
              <a:srgbClr val="F1DEDE"/>
            </a:solidFill>
            <a:ln>
              <a:solidFill>
                <a:srgbClr val="F1DE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TextBox 15">
            <a:extLst>
              <a:ext uri="{FF2B5EF4-FFF2-40B4-BE49-F238E27FC236}">
                <a16:creationId xmlns:a16="http://schemas.microsoft.com/office/drawing/2014/main" id="{7672D19A-88CD-F631-BF8F-8B75F26AB540}"/>
              </a:ext>
            </a:extLst>
          </p:cNvPr>
          <p:cNvSpPr txBox="1"/>
          <p:nvPr/>
        </p:nvSpPr>
        <p:spPr>
          <a:xfrm>
            <a:off x="9585842" y="4640814"/>
            <a:ext cx="2063263" cy="369332"/>
          </a:xfrm>
          <a:prstGeom prst="rect">
            <a:avLst/>
          </a:prstGeom>
          <a:noFill/>
        </p:spPr>
        <p:txBody>
          <a:bodyPr wrap="square" rtlCol="0">
            <a:spAutoFit/>
          </a:bodyPr>
          <a:lstStyle/>
          <a:p>
            <a:r>
              <a:rPr lang="pt-BR" dirty="0">
                <a:solidFill>
                  <a:srgbClr val="545643"/>
                </a:solidFill>
              </a:rPr>
              <a:t>Confirmar senha</a:t>
            </a:r>
            <a:endParaRPr lang="en-US" dirty="0">
              <a:solidFill>
                <a:srgbClr val="545643"/>
              </a:solidFill>
            </a:endParaRPr>
          </a:p>
        </p:txBody>
      </p:sp>
      <p:sp>
        <p:nvSpPr>
          <p:cNvPr id="39" name="Rectangle: Rounded Corners 38">
            <a:extLst>
              <a:ext uri="{FF2B5EF4-FFF2-40B4-BE49-F238E27FC236}">
                <a16:creationId xmlns:a16="http://schemas.microsoft.com/office/drawing/2014/main" id="{BA7635D8-CC1F-CAF5-AC36-4A3A7F7BADEE}"/>
              </a:ext>
            </a:extLst>
          </p:cNvPr>
          <p:cNvSpPr/>
          <p:nvPr/>
        </p:nvSpPr>
        <p:spPr>
          <a:xfrm>
            <a:off x="-437189" y="-1082305"/>
            <a:ext cx="3456160" cy="3680361"/>
          </a:xfrm>
          <a:prstGeom prst="roundRect">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Rounded Corners 39">
            <a:extLst>
              <a:ext uri="{FF2B5EF4-FFF2-40B4-BE49-F238E27FC236}">
                <a16:creationId xmlns:a16="http://schemas.microsoft.com/office/drawing/2014/main" id="{A2E745D1-F3EF-2BE6-CDF9-D97545BACC47}"/>
              </a:ext>
            </a:extLst>
          </p:cNvPr>
          <p:cNvSpPr/>
          <p:nvPr/>
        </p:nvSpPr>
        <p:spPr>
          <a:xfrm>
            <a:off x="1290891" y="2197041"/>
            <a:ext cx="6444343" cy="4192036"/>
          </a:xfrm>
          <a:prstGeom prst="roundRect">
            <a:avLst/>
          </a:prstGeom>
          <a:blipFill>
            <a:blip r:embed="rId4"/>
            <a:stretch>
              <a:fillRect/>
            </a:stretch>
          </a:blipFill>
          <a:ln w="57150">
            <a:solidFill>
              <a:srgbClr val="9095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Arrow: Chevron 40">
            <a:extLst>
              <a:ext uri="{FF2B5EF4-FFF2-40B4-BE49-F238E27FC236}">
                <a16:creationId xmlns:a16="http://schemas.microsoft.com/office/drawing/2014/main" id="{D5D437F1-410D-F36D-6C25-96CF3F151999}"/>
              </a:ext>
            </a:extLst>
          </p:cNvPr>
          <p:cNvSpPr/>
          <p:nvPr/>
        </p:nvSpPr>
        <p:spPr>
          <a:xfrm>
            <a:off x="8110374" y="3742687"/>
            <a:ext cx="395786" cy="929820"/>
          </a:xfrm>
          <a:prstGeom prst="chevron">
            <a:avLst/>
          </a:prstGeom>
          <a:solidFill>
            <a:srgbClr val="80727B"/>
          </a:solidFill>
          <a:ln>
            <a:solidFill>
              <a:srgbClr val="BBAC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2" name="Arrow: Chevron 41">
            <a:extLst>
              <a:ext uri="{FF2B5EF4-FFF2-40B4-BE49-F238E27FC236}">
                <a16:creationId xmlns:a16="http://schemas.microsoft.com/office/drawing/2014/main" id="{B6F17A80-A304-58BE-DCE0-0C7AD51610C1}"/>
              </a:ext>
            </a:extLst>
          </p:cNvPr>
          <p:cNvSpPr/>
          <p:nvPr/>
        </p:nvSpPr>
        <p:spPr>
          <a:xfrm rot="10800000">
            <a:off x="519965" y="3661705"/>
            <a:ext cx="395786" cy="929820"/>
          </a:xfrm>
          <a:prstGeom prst="chevron">
            <a:avLst/>
          </a:prstGeom>
          <a:solidFill>
            <a:srgbClr val="80727B"/>
          </a:solidFill>
          <a:ln>
            <a:solidFill>
              <a:srgbClr val="BBAC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4" name="Rectangle: Rounded Corners 43">
            <a:extLst>
              <a:ext uri="{FF2B5EF4-FFF2-40B4-BE49-F238E27FC236}">
                <a16:creationId xmlns:a16="http://schemas.microsoft.com/office/drawing/2014/main" id="{69DBD1C0-C500-89A2-3A96-9F97AEA63B52}"/>
              </a:ext>
            </a:extLst>
          </p:cNvPr>
          <p:cNvSpPr/>
          <p:nvPr/>
        </p:nvSpPr>
        <p:spPr>
          <a:xfrm>
            <a:off x="2784486" y="920233"/>
            <a:ext cx="949569" cy="386862"/>
          </a:xfrm>
          <a:prstGeom prst="roundRect">
            <a:avLst/>
          </a:prstGeom>
          <a:solidFill>
            <a:srgbClr val="BBACC1"/>
          </a:solidFill>
          <a:ln>
            <a:solidFill>
              <a:srgbClr val="8072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80727B"/>
                </a:solidFill>
              </a:rPr>
              <a:t>Casa</a:t>
            </a:r>
            <a:endParaRPr lang="en-US" dirty="0">
              <a:solidFill>
                <a:srgbClr val="80727B"/>
              </a:solidFill>
            </a:endParaRPr>
          </a:p>
        </p:txBody>
      </p:sp>
      <p:sp>
        <p:nvSpPr>
          <p:cNvPr id="45" name="Rectangle: Rounded Corners 44">
            <a:extLst>
              <a:ext uri="{FF2B5EF4-FFF2-40B4-BE49-F238E27FC236}">
                <a16:creationId xmlns:a16="http://schemas.microsoft.com/office/drawing/2014/main" id="{FB3683A2-4373-FD8B-B2C4-696C47CBE8BF}"/>
              </a:ext>
            </a:extLst>
          </p:cNvPr>
          <p:cNvSpPr/>
          <p:nvPr/>
        </p:nvSpPr>
        <p:spPr>
          <a:xfrm>
            <a:off x="4171244" y="920233"/>
            <a:ext cx="949569" cy="386862"/>
          </a:xfrm>
          <a:prstGeom prst="roundRect">
            <a:avLst/>
          </a:prstGeom>
          <a:solidFill>
            <a:srgbClr val="BBACC1"/>
          </a:solidFill>
          <a:ln>
            <a:solidFill>
              <a:srgbClr val="8072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80727B"/>
                </a:solidFill>
              </a:rPr>
              <a:t>Agendar</a:t>
            </a:r>
            <a:endParaRPr lang="en-US" dirty="0">
              <a:solidFill>
                <a:srgbClr val="80727B"/>
              </a:solidFill>
            </a:endParaRPr>
          </a:p>
        </p:txBody>
      </p:sp>
      <p:sp>
        <p:nvSpPr>
          <p:cNvPr id="46" name="Rectangle: Rounded Corners 45">
            <a:extLst>
              <a:ext uri="{FF2B5EF4-FFF2-40B4-BE49-F238E27FC236}">
                <a16:creationId xmlns:a16="http://schemas.microsoft.com/office/drawing/2014/main" id="{B5AFE803-09DC-7268-5430-DE2FA765443D}"/>
              </a:ext>
            </a:extLst>
          </p:cNvPr>
          <p:cNvSpPr/>
          <p:nvPr/>
        </p:nvSpPr>
        <p:spPr>
          <a:xfrm>
            <a:off x="5558002" y="920233"/>
            <a:ext cx="949569" cy="386862"/>
          </a:xfrm>
          <a:prstGeom prst="roundRect">
            <a:avLst/>
          </a:prstGeom>
          <a:solidFill>
            <a:srgbClr val="BBACC1"/>
          </a:solidFill>
          <a:ln>
            <a:solidFill>
              <a:srgbClr val="80727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rgbClr val="80727B"/>
                </a:solidFill>
              </a:rPr>
              <a:t>Sobre</a:t>
            </a:r>
            <a:endParaRPr lang="en-US" dirty="0">
              <a:solidFill>
                <a:srgbClr val="80727B"/>
              </a:solidFill>
            </a:endParaRPr>
          </a:p>
        </p:txBody>
      </p:sp>
    </p:spTree>
    <p:extLst>
      <p:ext uri="{BB962C8B-B14F-4D97-AF65-F5344CB8AC3E}">
        <p14:creationId xmlns:p14="http://schemas.microsoft.com/office/powerpoint/2010/main" val="2443572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174</TotalTime>
  <Words>73</Words>
  <Application>Microsoft Office PowerPoint</Application>
  <PresentationFormat>Widescreen</PresentationFormat>
  <Paragraphs>23</Paragraphs>
  <Slides>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Aptos</vt:lpstr>
      <vt:lpstr>Aptos Display</vt:lpstr>
      <vt:lpstr>Arial</vt:lpstr>
      <vt:lpstr>Bahnschrift Light</vt:lpstr>
      <vt:lpstr>Bahnschrift Light SemiCondensed</vt:lpstr>
      <vt:lpstr>Office Theme</vt:lpstr>
      <vt:lpstr>Cores utilizadas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marcelo do couto do couto</dc:creator>
  <cp:lastModifiedBy>marcelo do couto do couto</cp:lastModifiedBy>
  <cp:revision>5</cp:revision>
  <dcterms:created xsi:type="dcterms:W3CDTF">2026-02-14T22:06:48Z</dcterms:created>
  <dcterms:modified xsi:type="dcterms:W3CDTF">2026-02-16T00:51:57Z</dcterms:modified>
</cp:coreProperties>
</file>