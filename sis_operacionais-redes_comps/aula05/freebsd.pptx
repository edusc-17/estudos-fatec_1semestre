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207E8-9389-4C4D-B662-DE5BE2FD970F}" v="1419" dt="2026-04-25T03:41:53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44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5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190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3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63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2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4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08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05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01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361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smiley-emoticon-png/download/61588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356043"/>
            <a:ext cx="4378960" cy="2316480"/>
          </a:xfrm>
        </p:spPr>
        <p:txBody>
          <a:bodyPr>
            <a:normAutofit fontScale="90000"/>
          </a:bodyPr>
          <a:lstStyle/>
          <a:p>
            <a:r>
              <a:rPr lang="de-DE" b="1" dirty="0">
                <a:solidFill>
                  <a:srgbClr val="FF5252"/>
                </a:solidFill>
              </a:rPr>
              <a:t>Grupo G3</a:t>
            </a:r>
            <a:br>
              <a:rPr lang="en-US" b="1" dirty="0">
                <a:solidFill>
                  <a:srgbClr val="FF5252"/>
                </a:solidFill>
              </a:rPr>
            </a:br>
            <a:br>
              <a:rPr lang="en-US" b="1" dirty="0">
                <a:solidFill>
                  <a:srgbClr val="FF5252"/>
                </a:solidFill>
              </a:rPr>
            </a:br>
            <a:r>
              <a:rPr lang="de-DE" b="1" dirty="0">
                <a:solidFill>
                  <a:srgbClr val="FF5252"/>
                </a:solidFill>
              </a:rPr>
              <a:t>FreeBSD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567238"/>
            <a:ext cx="984504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dirty="0" err="1"/>
              <a:t>Integrantes</a:t>
            </a:r>
            <a:r>
              <a:rPr lang="de-DE" dirty="0"/>
              <a:t>: </a:t>
            </a:r>
            <a:endParaRPr lang="pt-BR"/>
          </a:p>
          <a:p>
            <a:pPr algn="l"/>
            <a:r>
              <a:rPr lang="de-DE" dirty="0"/>
              <a:t>Bruno Gabriel ,Bruno </a:t>
            </a:r>
            <a:r>
              <a:rPr lang="de-DE" dirty="0" err="1"/>
              <a:t>Vilela</a:t>
            </a:r>
            <a:r>
              <a:rPr lang="de-DE" dirty="0"/>
              <a:t>, Christian, Eduardo Sales, Matheus Sandoval</a:t>
            </a:r>
            <a:endParaRPr lang="pt-BR" dirty="0"/>
          </a:p>
          <a:p>
            <a:endParaRPr lang="de-DE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257B7A3-47BA-67A4-209D-167236985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875" y="1270635"/>
            <a:ext cx="77152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DBEE0-0CED-70EF-7522-764DF1D8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5252"/>
                </a:solidFill>
              </a:rPr>
              <a:t>O que é o </a:t>
            </a:r>
            <a:r>
              <a:rPr lang="pt-BR" dirty="0" err="1">
                <a:solidFill>
                  <a:srgbClr val="FF5252"/>
                </a:solidFill>
              </a:rPr>
              <a:t>FreeBSD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BB870E-595D-111A-71B0-976DCF8DB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Sistema Operacional do tipo Unix</a:t>
            </a:r>
          </a:p>
          <a:p>
            <a:r>
              <a:rPr lang="pt-BR" sz="4000" dirty="0" err="1"/>
              <a:t>Codigo</a:t>
            </a:r>
            <a:r>
              <a:rPr lang="pt-BR" sz="4000" dirty="0"/>
              <a:t> Aberto (Open </a:t>
            </a:r>
            <a:r>
              <a:rPr lang="pt-BR" sz="4000" dirty="0" err="1"/>
              <a:t>Source</a:t>
            </a:r>
            <a:r>
              <a:rPr lang="pt-BR" sz="4000" dirty="0"/>
              <a:t>)</a:t>
            </a:r>
          </a:p>
          <a:p>
            <a:r>
              <a:rPr lang="pt-BR" sz="4000"/>
              <a:t>Licença BSD (permissiva)</a:t>
            </a:r>
          </a:p>
          <a:p>
            <a:r>
              <a:rPr lang="pt-BR" sz="4000"/>
              <a:t>Foco em estabilidade, desempenho e segurança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692589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E3B28-E47B-ECBC-1A7B-FD561774A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Características Principais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A9746C-C2E4-EF61-3887-9D818FE3F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 dirty="0"/>
              <a:t>Utilizado em servidores e infraestruturas </a:t>
            </a:r>
            <a:r>
              <a:rPr lang="pt-BR" sz="4000"/>
              <a:t>críticas</a:t>
            </a:r>
            <a:endParaRPr lang="pt-BR" sz="4000" dirty="0"/>
          </a:p>
          <a:p>
            <a:r>
              <a:rPr lang="pt-BR" sz="4000" dirty="0"/>
              <a:t>Origem na Universidade de </a:t>
            </a:r>
            <a:r>
              <a:rPr lang="pt-BR" sz="4000"/>
              <a:t>Berkeley</a:t>
            </a:r>
          </a:p>
          <a:p>
            <a:r>
              <a:rPr lang="pt-BR" sz="4000"/>
              <a:t>Aplicações: servidores web, redes e sistemas embarcados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456472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34ACF-2BF3-8666-CD3F-C8BAD5CA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Licença BSD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94978-D6D0-66CD-9CAF-892D1DFFF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Permite uso comercial</a:t>
            </a:r>
          </a:p>
          <a:p>
            <a:r>
              <a:rPr lang="pt-BR" sz="4000"/>
              <a:t>Não exige abertura de código</a:t>
            </a:r>
          </a:p>
          <a:p>
            <a:r>
              <a:rPr lang="pt-BR" sz="4000" dirty="0"/>
              <a:t>Alta </a:t>
            </a:r>
            <a:r>
              <a:rPr lang="pt-BR" sz="4000"/>
              <a:t>Flexibilidade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063583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E868E-0D5D-8502-7851-13B4C1FE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Diferencial do FreeBSD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286C6A-6C23-2509-9559-FAE1E265F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Sistema integrado (kernel + ferramentas)</a:t>
            </a:r>
          </a:p>
          <a:p>
            <a:r>
              <a:rPr lang="pt-BR" sz="4000"/>
              <a:t>Maior Consistência</a:t>
            </a:r>
            <a:endParaRPr lang="pt-BR" sz="4000" dirty="0"/>
          </a:p>
          <a:p>
            <a:r>
              <a:rPr lang="pt-BR" sz="4000"/>
              <a:t>Alta estabilidade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73827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6915E-BF1F-72CE-2333-F2BA17CA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Linha do Tempo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399AB8-5573-62BE-4A93-30B49B40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1970-1980: BSD Unix (Berkeley)</a:t>
            </a:r>
          </a:p>
          <a:p>
            <a:r>
              <a:rPr lang="pt-BR" sz="4000"/>
              <a:t>1993: Lançamento do FreeBSD</a:t>
            </a:r>
            <a:endParaRPr lang="pt-BR" sz="4000" dirty="0"/>
          </a:p>
          <a:p>
            <a:r>
              <a:rPr lang="pt-BR" sz="4000" dirty="0"/>
              <a:t>Anos 2000+: </a:t>
            </a:r>
            <a:r>
              <a:rPr lang="pt-BR" sz="4000"/>
              <a:t>Crescimento em servidores</a:t>
            </a:r>
          </a:p>
          <a:p>
            <a:r>
              <a:rPr lang="pt-BR" sz="4000" dirty="0" err="1"/>
              <a:t>Evolulção</a:t>
            </a:r>
            <a:r>
              <a:rPr lang="pt-BR" sz="4000" dirty="0"/>
              <a:t> continua em segurança e desempenho</a:t>
            </a:r>
          </a:p>
        </p:txBody>
      </p:sp>
    </p:spTree>
    <p:extLst>
      <p:ext uri="{BB962C8B-B14F-4D97-AF65-F5344CB8AC3E}">
        <p14:creationId xmlns:p14="http://schemas.microsoft.com/office/powerpoint/2010/main" val="2430178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BB644-40BC-3508-714A-8720050D7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5252"/>
                </a:solidFill>
              </a:rPr>
              <a:t>Tecnologia </a:t>
            </a:r>
            <a:r>
              <a:rPr lang="pt-BR" dirty="0" err="1">
                <a:solidFill>
                  <a:srgbClr val="FF5252"/>
                </a:solidFill>
              </a:rPr>
              <a:t>Jails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D3CCF6-9D5B-5BBE-78B9-DC942C36A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Virtualização leve</a:t>
            </a:r>
          </a:p>
          <a:p>
            <a:r>
              <a:rPr lang="pt-BR" sz="4000"/>
              <a:t>Criação de sistemas isolados</a:t>
            </a:r>
            <a:endParaRPr lang="pt-BR" sz="4000" dirty="0"/>
          </a:p>
          <a:p>
            <a:r>
              <a:rPr lang="pt-BR" sz="4000" dirty="0"/>
              <a:t>Maior segurança e </a:t>
            </a:r>
            <a:r>
              <a:rPr lang="pt-BR" sz="4000"/>
              <a:t>eficiência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8878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943E7-26BE-EC97-701A-48EC00EC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Vantagens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5EAEAE-951A-86C6-42B6-EDBEFB28D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Alta estabilidade</a:t>
            </a:r>
          </a:p>
          <a:p>
            <a:r>
              <a:rPr lang="pt-BR" sz="4000"/>
              <a:t>Excelente Desempenho em redes</a:t>
            </a:r>
          </a:p>
          <a:p>
            <a:r>
              <a:rPr lang="pt-BR" sz="4000"/>
              <a:t>Sistema Integrado</a:t>
            </a:r>
          </a:p>
          <a:p>
            <a:r>
              <a:rPr lang="pt-BR" sz="4000"/>
              <a:t>Segurança avançada</a:t>
            </a:r>
            <a:endParaRPr lang="pt-BR" sz="4000" dirty="0"/>
          </a:p>
          <a:p>
            <a:r>
              <a:rPr lang="pt-BR" sz="4000"/>
              <a:t>Licença flexível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9340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75E3F-F226-3DD3-48F1-0A7271DD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Desvantagens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6B8631-46FB-158B-17E7-E4F4C35C5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Menor suporte a hardware</a:t>
            </a:r>
          </a:p>
          <a:p>
            <a:r>
              <a:rPr lang="pt-BR" sz="4000"/>
              <a:t>Comunidade menor</a:t>
            </a:r>
          </a:p>
          <a:p>
            <a:r>
              <a:rPr lang="pt-BR" sz="4000" dirty="0"/>
              <a:t>Menos softwares </a:t>
            </a:r>
            <a:r>
              <a:rPr lang="pt-BR" sz="4000"/>
              <a:t>disponíveis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425372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E4FBC-8A93-9EBB-6E7A-CE59C682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Aplicações Reais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EF5743-853D-1D0E-6C9B-44B75C919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Servidores Web</a:t>
            </a:r>
          </a:p>
          <a:p>
            <a:r>
              <a:rPr lang="pt-BR" sz="4000" dirty="0"/>
              <a:t>Firewa</a:t>
            </a:r>
            <a:r>
              <a:rPr lang="pt-BR" sz="4000"/>
              <a:t>lls e roteadores</a:t>
            </a:r>
          </a:p>
          <a:p>
            <a:r>
              <a:rPr lang="pt-BR" sz="4000"/>
              <a:t>Infraestrutura de redes</a:t>
            </a:r>
          </a:p>
          <a:p>
            <a:r>
              <a:rPr lang="pt-BR" sz="4000"/>
              <a:t>Sistemas embarcados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550023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ACDD8-C605-1251-20D5-AA6019F9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Uso no Mercado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E70357-8CB7-EAF4-9D10-5FE4B36B4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/>
              <a:t>Netflix (streaming)</a:t>
            </a:r>
          </a:p>
          <a:p>
            <a:r>
              <a:rPr lang="pt-BR" sz="4000"/>
              <a:t>Sony (Playstation)</a:t>
            </a:r>
          </a:p>
          <a:p>
            <a:r>
              <a:rPr lang="pt-BR" sz="4000"/>
              <a:t>Juniper (Redes)</a:t>
            </a:r>
          </a:p>
          <a:p>
            <a:r>
              <a:rPr lang="pt-BR" sz="4000" dirty="0"/>
              <a:t>Yahoo e WhatsApp (uso </a:t>
            </a:r>
            <a:r>
              <a:rPr lang="pt-BR" sz="4000"/>
              <a:t>histórico)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529443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504A2-86FC-C5CB-03FA-4B70D4CA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Conclusão</a:t>
            </a:r>
            <a:endParaRPr lang="pt-BR" dirty="0">
              <a:solidFill>
                <a:srgbClr val="FF5252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F8811-6B55-E3A1-272E-72646742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4000" dirty="0"/>
              <a:t>Sistema robusto e </a:t>
            </a:r>
            <a:r>
              <a:rPr lang="pt-BR" sz="4000"/>
              <a:t>confiável</a:t>
            </a:r>
            <a:endParaRPr lang="pt-BR" sz="4000" dirty="0"/>
          </a:p>
          <a:p>
            <a:r>
              <a:rPr lang="pt-BR" sz="4000"/>
              <a:t>Ideal para ambientes críticos</a:t>
            </a:r>
            <a:endParaRPr lang="pt-BR" sz="4000" dirty="0"/>
          </a:p>
          <a:p>
            <a:r>
              <a:rPr lang="pt-BR" sz="4000"/>
              <a:t>Foco em desempenho e segurança</a:t>
            </a:r>
          </a:p>
          <a:p>
            <a:r>
              <a:rPr lang="pt-BR" sz="4000"/>
              <a:t>Mais comum em servidores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1709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1ACAE-A283-049E-E7A9-732491ED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040" y="365125"/>
            <a:ext cx="5435600" cy="1356043"/>
          </a:xfrm>
        </p:spPr>
        <p:txBody>
          <a:bodyPr/>
          <a:lstStyle/>
          <a:p>
            <a:r>
              <a:rPr lang="pt-BR">
                <a:solidFill>
                  <a:srgbClr val="FF5252"/>
                </a:solidFill>
              </a:rPr>
              <a:t>Instalação do FreeBSD</a:t>
            </a:r>
            <a:endParaRPr lang="pt-BR" dirty="0">
              <a:solidFill>
                <a:srgbClr val="FF525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160160-F162-A719-CE61-3839DDDE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55" y="1900555"/>
            <a:ext cx="10966450" cy="39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04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25809-8DF0-D46F-D476-79B3FA84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1:                               Passo 2:</a:t>
            </a:r>
          </a:p>
        </p:txBody>
      </p:sp>
      <p:pic>
        <p:nvPicPr>
          <p:cNvPr id="5" name="Espaço Reservado para Conteúdo 4" descr="Uma imagem contendo nome da empresa&#10;&#10;O conteúdo gerado por IA pode estar incorreto.">
            <a:extLst>
              <a:ext uri="{FF2B5EF4-FFF2-40B4-BE49-F238E27FC236}">
                <a16:creationId xmlns:a16="http://schemas.microsoft.com/office/drawing/2014/main" id="{0A4B71F2-8CDA-3817-1D64-FE8D397A3A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8BA8BB7-C4BD-6756-23E4-4CFBC36C40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86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BFEDB-E5B3-790B-4B2D-63912AF7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3:                               Passo 4: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9710A62-E804-A619-DFA8-708F6EE282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BEE429B-8714-A8AF-90A4-F4F339C1B8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77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AEFEB-D9B4-962A-D50D-6C9950A2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5:                               Passo 6:</a:t>
            </a:r>
          </a:p>
        </p:txBody>
      </p:sp>
      <p:pic>
        <p:nvPicPr>
          <p:cNvPr id="5" name="Espaço Reservado para Conteúdo 4" descr="Interface gráfica do usuário, Texto, Aplicativo, Word&#10;&#10;O conteúdo gerado por IA pode estar incorreto.">
            <a:extLst>
              <a:ext uri="{FF2B5EF4-FFF2-40B4-BE49-F238E27FC236}">
                <a16:creationId xmlns:a16="http://schemas.microsoft.com/office/drawing/2014/main" id="{4820907C-CE84-DEBF-4485-B8C15A010F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36ED473-C920-F69A-82D7-5DDBCF43D6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0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963DC-D85F-160B-9102-97158973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7:                               Passo 8:</a:t>
            </a: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39368A6-64CE-2DE5-9E39-1E23EC4ABB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FCEF2364-B9EF-B609-DE39-B1867D2E1F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4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5A52D-F8DB-0B7C-6E14-E777D87A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9:                               Passo 10:</a:t>
            </a:r>
          </a:p>
        </p:txBody>
      </p:sp>
      <p:pic>
        <p:nvPicPr>
          <p:cNvPr id="5" name="Espaço Reservado para Conteúdo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D6827AB-B31C-6D67-7AC4-46A582C410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8C339B3-69C7-D1BA-A94E-E0A8A89A72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05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55FBE-B991-E961-47E9-BE7DA7D6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11:                            Passo 12:</a:t>
            </a: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321B286-7BCA-A703-3060-1022E25B22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E1B2030-19BB-FACE-158C-0B7C2C1598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6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57E50-AF4B-01B2-0C9B-7D59A4EA7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13:                            Passo 14:</a:t>
            </a: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7E46A25F-D959-5561-7AD4-A624ED2212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9983920-E784-F7E9-C1BD-CF1539E7DB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72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4BCA2-B6CB-149C-2348-F282266D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15:                            Passo 16:</a:t>
            </a: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B032D05-5620-A19B-091E-6B34AC44F0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3BF9FB7D-A898-54C7-6E48-B061FAA598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95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6860E-18F2-F929-F2D9-CB650898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17:                            Passo 18:</a:t>
            </a: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7121828-596B-4D26-FCA7-E36D9F6A66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10379F6-6823-2779-4BE8-82B11D0CF1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6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C19EB-841E-9A4C-FC39-7EBF126FE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19:                            Passo 20:</a:t>
            </a:r>
          </a:p>
        </p:txBody>
      </p:sp>
      <p:pic>
        <p:nvPicPr>
          <p:cNvPr id="5" name="Espaço Reservado para Conteúdo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250C6B7-99A5-813E-2595-170706127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5A77175A-B51A-8FD4-0481-F07B416671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1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7216D-FBBD-7223-417F-BDD14D1C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21:                            Passo 22:</a:t>
            </a:r>
          </a:p>
        </p:txBody>
      </p:sp>
      <p:pic>
        <p:nvPicPr>
          <p:cNvPr id="5" name="Espaço Reservado para Conteúdo 4" descr="Texto&#10;&#10;O conteúdo gerado por IA pode estar incorreto.">
            <a:extLst>
              <a:ext uri="{FF2B5EF4-FFF2-40B4-BE49-F238E27FC236}">
                <a16:creationId xmlns:a16="http://schemas.microsoft.com/office/drawing/2014/main" id="{CDAB1D23-F3CA-10A9-ED00-5495BC956E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Texto&#10;&#10;O conteúdo gerado por IA pode estar incorreto.">
            <a:extLst>
              <a:ext uri="{FF2B5EF4-FFF2-40B4-BE49-F238E27FC236}">
                <a16:creationId xmlns:a16="http://schemas.microsoft.com/office/drawing/2014/main" id="{FE0EC1CA-E0E5-5FBE-C052-9A426965DF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95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35820-A86F-D093-E61F-EF652A31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23:                            Passo 24:</a:t>
            </a:r>
          </a:p>
        </p:txBody>
      </p:sp>
      <p:pic>
        <p:nvPicPr>
          <p:cNvPr id="5" name="Espaço Reservado para Conteúdo 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90C19E0D-23D0-27C0-159A-10BE1F94CA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6" name="Espaço Reservado para Conteúdo 5" descr="Uma imagem contendo nome da empresa&#10;&#10;O conteúdo gerado por IA pode estar incorreto.">
            <a:extLst>
              <a:ext uri="{FF2B5EF4-FFF2-40B4-BE49-F238E27FC236}">
                <a16:creationId xmlns:a16="http://schemas.microsoft.com/office/drawing/2014/main" id="{987197C9-028A-73D8-5393-941E65AC7C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45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B0AC4F-0945-DCD8-12D4-6E2EA9F7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32125"/>
            <a:ext cx="5072743" cy="1358220"/>
          </a:xfrm>
        </p:spPr>
        <p:txBody>
          <a:bodyPr/>
          <a:lstStyle/>
          <a:p>
            <a:r>
              <a:rPr lang="pt-BR"/>
              <a:t>Obrigado Por Assistir</a:t>
            </a:r>
          </a:p>
        </p:txBody>
      </p:sp>
      <p:pic>
        <p:nvPicPr>
          <p:cNvPr id="5" name="Imagem 4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00E6B82D-ED65-0AD0-5A43-EEB8379AB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30200" y="1309114"/>
            <a:ext cx="4000286" cy="400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20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Office Theme</vt:lpstr>
      <vt:lpstr>Grupo G3  FreeBSD</vt:lpstr>
      <vt:lpstr>O que é o FreeBSD ?</vt:lpstr>
      <vt:lpstr>Características Principais</vt:lpstr>
      <vt:lpstr>Licença BSD</vt:lpstr>
      <vt:lpstr>Diferencial do FreeBSD</vt:lpstr>
      <vt:lpstr>Linha do Tempo</vt:lpstr>
      <vt:lpstr>Tecnologia Jails</vt:lpstr>
      <vt:lpstr>Vantagens</vt:lpstr>
      <vt:lpstr>Desvantagens</vt:lpstr>
      <vt:lpstr>Aplicações Reais</vt:lpstr>
      <vt:lpstr>Uso no Mercado</vt:lpstr>
      <vt:lpstr>Conclusão</vt:lpstr>
      <vt:lpstr>Instalação do FreeBSD</vt:lpstr>
      <vt:lpstr>Passo 1:                               Passo 2:</vt:lpstr>
      <vt:lpstr>Passo 3:                               Passo 4:</vt:lpstr>
      <vt:lpstr>Passo 5:                               Passo 6:</vt:lpstr>
      <vt:lpstr>Passo 7:                               Passo 8:</vt:lpstr>
      <vt:lpstr>Passo 9:                               Passo 10:</vt:lpstr>
      <vt:lpstr>Passo 11:                            Passo 12:</vt:lpstr>
      <vt:lpstr>Passo 13:                            Passo 14:</vt:lpstr>
      <vt:lpstr>Passo 15:                            Passo 16:</vt:lpstr>
      <vt:lpstr>Passo 17:                            Passo 18:</vt:lpstr>
      <vt:lpstr>Passo 19:                            Passo 20:</vt:lpstr>
      <vt:lpstr>Passo 21:                            Passo 22:</vt:lpstr>
      <vt:lpstr>Passo 23:                            Passo 24:</vt:lpstr>
      <vt:lpstr>Obrigado Por Assistir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189</cp:revision>
  <dcterms:created xsi:type="dcterms:W3CDTF">2026-04-25T03:15:49Z</dcterms:created>
  <dcterms:modified xsi:type="dcterms:W3CDTF">2026-04-25T03:42:59Z</dcterms:modified>
</cp:coreProperties>
</file>