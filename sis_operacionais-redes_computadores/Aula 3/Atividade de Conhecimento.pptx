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B5B80-635F-2042-8CBF-D5B8DC49E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59FB53-C203-44C2-1B96-A3451A361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90DD02-5B10-843D-9CB6-DB66E634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4F0D99-474E-DE03-B185-1DD538357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F051FE-5861-D904-6BD4-4DC2820CC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48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33C45-8400-0B5E-EDCD-DD23633B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E0064F-A359-7B05-C25A-F0DD1AEA5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5474F-B121-0DDC-51B8-3BAAD74D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660927-D9F8-F25F-53ED-6A5DE793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2B6505-553C-A019-EC58-10C15873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21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479ED-0683-DEC7-87FB-84BB20FF0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77D23C-4996-CC0E-EE18-FB92036EB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28ADE2-9BC0-8410-A56D-227AF4A7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E21E15-1732-B930-284B-0F3B8AB3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E3EB98-4116-AB0B-866A-A92C38DD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14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D42A9-41AB-D31B-3FA0-7964458E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9ECF8B-983B-5E1C-C6AA-0BB0802CA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0E01C8-51C9-CE00-CB2A-C3BD482B4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12400A-AF7D-82EB-BF0B-A2C0018B1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2635FB-F409-5DD6-B0FB-E8A04C1E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C8F0F9-2265-03BC-C2A1-DB098CE6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29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FC7C9-B535-FC01-A35F-DEE0B7A6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201EA1-B125-E925-F708-D3EF924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2671FB-0B77-E6D7-F890-1098F0A5E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CCBAA3-B97A-E3FB-5892-7A9344102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D5FB745-9525-934A-1547-179A308EC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9CD5824-9F0C-5CCF-1C43-D7E367C7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D584CD-C986-C11B-0D7A-12AE3E8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002C2A-F804-3F10-DF12-1B3E64DA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04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C6454-7BA1-BFA2-68AF-07180563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6535E5-9234-9710-14E5-E276B916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D92DA4-9BF0-0E78-5A4F-1A36F6D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CF01A9-1458-9FBF-AD19-19EA1049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3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2A6891E-774B-19BA-35A8-0DFB06BD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6FF67A-A094-34B9-C3B3-0DA5E0EE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C24B60-D57C-945E-6563-CEC06186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82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F1FD1-B82C-3320-49A5-7FD67C41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16AE73-CB80-D628-55A3-5026035B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80E8C2-0E1B-50CC-E11E-BA0A6EA6D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428DE6-B477-621D-3238-79AFA617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BDB561-57DB-2ED4-5801-19B5B82D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6592DA-CD31-7E68-7F1B-1D406F72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42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A25C1-EA87-2FC5-3670-33B2DF35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59585F-26F0-B0D5-E693-977B94ADF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CA809C-D3D9-F3A4-22C8-FF7E020DC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9B446F-026D-2426-BE95-D2420843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3F1E58-B2BA-DD9D-3310-5DB23CEE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7CCF67-16FA-F6DD-CCCB-37B95B01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57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9740C-AB52-E298-7B48-9A666658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966CD8-1630-FA40-9C5C-ED02A59E9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27053-62D5-C9FE-F163-C2AFDC83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F323C1-725C-9C3F-AA00-4B905297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8D471B-883F-E70D-7ECD-D7628B94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2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94DB00-68FA-8AE0-E2E1-E5411615A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8D5CF6-700D-EDFA-E41F-8FF1947F7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3CC4D0-2003-C3AF-2B74-7D6EE955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A43588-B562-B4A3-0793-C56D33121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01894-455C-4CBB-C42A-5D5C7FBC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83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D5C9B3E-7B28-820E-2F1C-2F372358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D58D56-4527-319D-77CC-20AD8609A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1014F0-B5F2-A34B-A830-D36B9495E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11CAE-AB09-4DC5-8787-F4C8F2FA14BB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E3B4E1-835E-93C3-6830-12B9144BE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B18D4A-834B-5E7A-60E6-83A5ED2D8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AB83B-F3C5-4CF0-ABE6-426EC57BF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12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9DCBB-99D9-9E58-E71C-8D5DC90BA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030" y="602139"/>
            <a:ext cx="465963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/>
              <a:t>Atividade de Conhecimento</a:t>
            </a:r>
            <a:br>
              <a:rPr lang="pt-BR" dirty="0"/>
            </a:br>
            <a:r>
              <a:rPr lang="pt-BR" sz="2000" dirty="0"/>
              <a:t>Sistemas Operacionais e Redes de computadores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E85C5E-705A-BC08-3F6F-0CFF22A3F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030" y="3868262"/>
            <a:ext cx="9144000" cy="1655762"/>
          </a:xfrm>
        </p:spPr>
        <p:txBody>
          <a:bodyPr/>
          <a:lstStyle/>
          <a:p>
            <a:pPr algn="l"/>
            <a:r>
              <a:rPr lang="pt-BR" dirty="0"/>
              <a:t>Feito por</a:t>
            </a:r>
          </a:p>
          <a:p>
            <a:pPr algn="l"/>
            <a:r>
              <a:rPr lang="pt-BR" dirty="0"/>
              <a:t>Eduardo Sales</a:t>
            </a:r>
          </a:p>
          <a:p>
            <a:pPr algn="l"/>
            <a:r>
              <a:rPr lang="pt-BR" dirty="0"/>
              <a:t>Bruno Gabriel</a:t>
            </a:r>
          </a:p>
        </p:txBody>
      </p:sp>
      <p:pic>
        <p:nvPicPr>
          <p:cNvPr id="3074" name="Picture 2" descr="Sistemas Operacionais de Rede">
            <a:extLst>
              <a:ext uri="{FF2B5EF4-FFF2-40B4-BE49-F238E27FC236}">
                <a16:creationId xmlns:a16="http://schemas.microsoft.com/office/drawing/2014/main" id="{925085F5-A01C-6656-4ECC-68642CDF7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243" y="1463040"/>
            <a:ext cx="5761355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17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59669-5E79-356E-D615-628EDF25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NTFS (New Technology File System)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6DF110-A8F4-B487-F02A-C0979D4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7498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sistema desenvolvido pela Microsoft para servidores, introduzido em 1993 no Windows NT 3.1 e utilizado até hoje em versões domesticas como Windows 2000, XP, Vista 7,8 e 10.</a:t>
            </a:r>
          </a:p>
          <a:p>
            <a:r>
              <a:rPr lang="pt-BR" dirty="0"/>
              <a:t>Utiliza a estrutura B-</a:t>
            </a:r>
            <a:r>
              <a:rPr lang="pt-BR" dirty="0" err="1"/>
              <a:t>Tree</a:t>
            </a:r>
            <a:r>
              <a:rPr lang="pt-BR" dirty="0"/>
              <a:t>, que oferece melhor desemprenho , segurança e confiabilidade quando comparado com versões anteriores, como FAT e </a:t>
            </a:r>
            <a:r>
              <a:rPr lang="pt-BR" dirty="0" err="1"/>
              <a:t>exFAT</a:t>
            </a:r>
            <a:endParaRPr lang="pt-BR" dirty="0"/>
          </a:p>
        </p:txBody>
      </p:sp>
      <p:pic>
        <p:nvPicPr>
          <p:cNvPr id="10" name="Imagem 9" descr="Diagrama&#10;&#10;O conteúdo gerado por IA pode estar incorreto.">
            <a:extLst>
              <a:ext uri="{FF2B5EF4-FFF2-40B4-BE49-F238E27FC236}">
                <a16:creationId xmlns:a16="http://schemas.microsoft.com/office/drawing/2014/main" id="{7762F341-C286-409C-3BD0-9FF16236A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71"/>
          <a:stretch/>
        </p:blipFill>
        <p:spPr>
          <a:xfrm>
            <a:off x="7641559" y="1825625"/>
            <a:ext cx="3888802" cy="357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0885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426C5-FEAB-80A5-996E-E6A038FF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FAT32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8D2A01-DEF8-4582-9BAC-83E402B29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18356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É um sistema de arquivos amplamente compatível, ideal para </a:t>
            </a:r>
            <a:r>
              <a:rPr lang="pt-BR" dirty="0" err="1"/>
              <a:t>pendrives</a:t>
            </a:r>
            <a:r>
              <a:rPr lang="pt-BR" dirty="0"/>
              <a:t> e cartões SD, suportando unidades de até 2TB.</a:t>
            </a:r>
          </a:p>
          <a:p>
            <a:endParaRPr lang="pt-BR" dirty="0"/>
          </a:p>
          <a:p>
            <a:r>
              <a:rPr lang="pt-BR" dirty="0"/>
              <a:t>Ele possui limitações importantes, como um tamanho máximo de 4GB por arquivo individual, sendo ideal para transferência de arquivos menores.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9673A858-DC5F-4121-D6C5-C1B71C798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75" r="34823"/>
          <a:stretch/>
        </p:blipFill>
        <p:spPr>
          <a:xfrm>
            <a:off x="7361662" y="1690688"/>
            <a:ext cx="3992137" cy="347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3272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59551-71F6-B07D-02DE-2F13D7DE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exFAT</a:t>
            </a:r>
            <a:r>
              <a:rPr lang="pt-BR" dirty="0"/>
              <a:t> (</a:t>
            </a:r>
            <a:r>
              <a:rPr lang="pt-BR" dirty="0" err="1"/>
              <a:t>Extended</a:t>
            </a:r>
            <a:r>
              <a:rPr lang="pt-BR" dirty="0"/>
              <a:t> File </a:t>
            </a:r>
            <a:r>
              <a:rPr lang="pt-BR" dirty="0" err="1"/>
              <a:t>Allocation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AF80C3-CC1D-8EE6-D87A-25B3D2F06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8649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É um sistema de arquivos modernos introduzido pela </a:t>
            </a:r>
            <a:r>
              <a:rPr lang="pt-BR" dirty="0" err="1"/>
              <a:t>Microsoft,ideal</a:t>
            </a:r>
            <a:r>
              <a:rPr lang="pt-BR" dirty="0"/>
              <a:t> para memórias flash(</a:t>
            </a:r>
            <a:r>
              <a:rPr lang="pt-BR" dirty="0" err="1"/>
              <a:t>pendrives,cartões</a:t>
            </a:r>
            <a:r>
              <a:rPr lang="pt-BR" dirty="0"/>
              <a:t> SDXC e </a:t>
            </a:r>
            <a:r>
              <a:rPr lang="pt-BR" dirty="0" err="1"/>
              <a:t>SSDs</a:t>
            </a:r>
            <a:r>
              <a:rPr lang="pt-BR" dirty="0"/>
              <a:t> externos).</a:t>
            </a:r>
          </a:p>
          <a:p>
            <a:r>
              <a:rPr lang="pt-BR" dirty="0"/>
              <a:t>Diferente do FAT32, o </a:t>
            </a:r>
            <a:r>
              <a:rPr lang="pt-BR" dirty="0" err="1"/>
              <a:t>exFAT</a:t>
            </a:r>
            <a:r>
              <a:rPr lang="pt-BR" dirty="0"/>
              <a:t> elimina o limite de 4 GB por arquivo, suportando arquivos enormes, e oferece alta compatibilidade de </a:t>
            </a:r>
            <a:r>
              <a:rPr lang="pt-BR" dirty="0" err="1"/>
              <a:t>letura</a:t>
            </a:r>
            <a:r>
              <a:rPr lang="pt-BR" dirty="0"/>
              <a:t>/escrita entre Windows e </a:t>
            </a:r>
            <a:r>
              <a:rPr lang="pt-BR" dirty="0" err="1"/>
              <a:t>macOS</a:t>
            </a:r>
            <a:endParaRPr lang="pt-BR" dirty="0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D03D0E16-56C8-BA6D-B038-140EF705A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8"/>
          <a:stretch/>
        </p:blipFill>
        <p:spPr>
          <a:xfrm>
            <a:off x="7246621" y="2061440"/>
            <a:ext cx="4107180" cy="35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5276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Atividade de Conhecimento Sistemas Operacionais e Redes de computadores</vt:lpstr>
      <vt:lpstr>NTFS (New Technology File System)</vt:lpstr>
      <vt:lpstr>FAT32 </vt:lpstr>
      <vt:lpstr>exFAT (Extended File Allocation Table)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Aluno Fatec Itapira</dc:creator>
  <cp:lastModifiedBy>Aluno Fatec Itapira</cp:lastModifiedBy>
  <cp:revision>2</cp:revision>
  <dcterms:created xsi:type="dcterms:W3CDTF">2026-03-14T15:14:14Z</dcterms:created>
  <dcterms:modified xsi:type="dcterms:W3CDTF">2026-03-14T15:17:47Z</dcterms:modified>
</cp:coreProperties>
</file>